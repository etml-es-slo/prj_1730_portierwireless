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E3774-1F2E-4F0A-9AFF-6DB0B932956E}" type="datetimeFigureOut">
              <a:rPr lang="fr-CH" smtClean="0"/>
              <a:t>17.06.2024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4F81C-F5B4-4C3E-A099-D63E568C8D9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1205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254F5-94F5-41B5-A1BB-FF826EAF1D72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EFB-7219-46E4-948B-651584A6AAC3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2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AF20-E52E-4761-8E76-EECBC539D063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9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C8BF-BCF1-4E93-931E-4874305D3D0C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4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A5CE-43D2-48B8-90A0-8BEE5F0220DD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48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A234-3364-479C-A61A-2A1F9EF51486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0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642DF-EF6E-4B2A-9827-78AFF26F82EB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17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3389-E8C8-497A-940C-F38C512A6F83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2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15BC-27A7-4904-BE31-B0E363EF3D52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70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D4D5-F25A-4EE9-A2AF-292C55CC1C8C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70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C4A01-B702-47FB-A23F-02B0756605AA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79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B706-88D3-4B40-B6A0-DCC28EDEBC85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762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23CF9-1E33-4751-AC46-36005B0D0DF6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6702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F8850-2C67-40C6-B35B-FE3B675AC13C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75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4B2C-A938-42A6-A6AF-80995469A81F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06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1094-B1B7-4CDE-8723-9C9DB56B8B46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2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0FB2A-8C00-47AC-9315-2B07F24449A9}" type="datetime1">
              <a:rPr lang="en-US" smtClean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90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95CF70-1E22-CF3E-B6B4-C0D4A5A1A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659" y="2473409"/>
            <a:ext cx="6408166" cy="2268559"/>
          </a:xfrm>
        </p:spPr>
        <p:txBody>
          <a:bodyPr>
            <a:normAutofit fontScale="90000"/>
          </a:bodyPr>
          <a:lstStyle/>
          <a:p>
            <a:r>
              <a:rPr lang="fr-FR" dirty="0"/>
              <a:t>Présentation</a:t>
            </a:r>
            <a:br>
              <a:rPr lang="fr-FR" dirty="0"/>
            </a:br>
            <a:r>
              <a:rPr lang="fr-FR" dirty="0" err="1"/>
              <a:t>firmware</a:t>
            </a:r>
            <a:r>
              <a:rPr lang="fr-FR" dirty="0"/>
              <a:t> du </a:t>
            </a:r>
            <a:r>
              <a:rPr lang="fr-FR" dirty="0" err="1"/>
              <a:t>PortierWireless</a:t>
            </a:r>
            <a:endParaRPr lang="fr-CH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45C963-5013-35A7-6FEC-38BE3DBB7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5225" y="1313197"/>
            <a:ext cx="5357600" cy="1160213"/>
          </a:xfrm>
        </p:spPr>
        <p:txBody>
          <a:bodyPr/>
          <a:lstStyle/>
          <a:p>
            <a:r>
              <a:rPr lang="fr-FR" dirty="0"/>
              <a:t>Diogo Ferreira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FB73A3-9335-433C-9210-E5BC704A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02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08046-4305-466A-85E3-0C9C6698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2C90C-0A5A-4ADB-98E8-3AEC3EE68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Ancienne version</a:t>
            </a:r>
          </a:p>
          <a:p>
            <a:r>
              <a:rPr lang="fr-FR" dirty="0"/>
              <a:t>Nouvelle version objectif</a:t>
            </a:r>
          </a:p>
          <a:p>
            <a:r>
              <a:rPr lang="fr-CH" dirty="0"/>
              <a:t>Ajout du projet</a:t>
            </a:r>
          </a:p>
          <a:p>
            <a:r>
              <a:rPr lang="fr-CH" dirty="0"/>
              <a:t>Problème rencontré </a:t>
            </a:r>
          </a:p>
          <a:p>
            <a:r>
              <a:rPr lang="fr-CH" dirty="0"/>
              <a:t>État actuelle </a:t>
            </a:r>
          </a:p>
          <a:p>
            <a:r>
              <a:rPr lang="fr-CH" dirty="0"/>
              <a:t>Conclusion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44B9E-C7B7-4412-8531-9D47C999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8F038-1B56-41FE-BA11-1F0F40F1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/>
              <a:t>Ancienne version</a:t>
            </a:r>
            <a:endParaRPr lang="fr-CH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8AA9D4-40A8-87F2-786B-4934A3116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431" y="2714016"/>
            <a:ext cx="9064203" cy="252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4E84EC-D140-41B3-AB3A-F23BEDD1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46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8F038-1B56-41FE-BA11-1F0F40F1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Nouvelle version objectif</a:t>
            </a:r>
            <a:endParaRPr lang="fr-CH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7D50D3-37AD-E635-EA3C-56A2A75CC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64" y="2198452"/>
            <a:ext cx="8991450" cy="374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D710CC-FD22-413B-A783-0EBCF897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97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08046-4305-466A-85E3-0C9C6698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Ajout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2C90C-0A5A-4ADB-98E8-3AEC3EE68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Code source pour récupération et contrôle numéro de série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r>
              <a:rPr lang="fr-CH" dirty="0"/>
              <a:t>Manque</a:t>
            </a:r>
          </a:p>
          <a:p>
            <a:pPr marL="0" indent="0">
              <a:buNone/>
            </a:pPr>
            <a:r>
              <a:rPr lang="fr-CH" dirty="0"/>
              <a:t>Ajouter les fonctions pour enregistrer dans la flash la liste des modules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37F917F-AC96-4E00-9D10-ED2DEF34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308" y="2620502"/>
            <a:ext cx="5830114" cy="4096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D3C6E4-1A7C-47FF-BA40-E02B20DF1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308" y="3536655"/>
            <a:ext cx="3353268" cy="1200318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44B9E-C7B7-4412-8531-9D47C999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4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AA7BD-D69B-43CF-9F53-3D5DBF37D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Problème rencontré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6127A0-1C7E-4605-8284-DC7FD1920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UART buffer saturé, erreur de communication</a:t>
            </a:r>
          </a:p>
          <a:p>
            <a:r>
              <a:rPr lang="fr-CH" dirty="0"/>
              <a:t>Pas mal de problème de commande de </a:t>
            </a:r>
            <a:r>
              <a:rPr lang="fr-CH" dirty="0" err="1"/>
              <a:t>debug</a:t>
            </a:r>
            <a:r>
              <a:rPr lang="fr-CH" dirty="0"/>
              <a:t> qui ne voulait pas s’exécuter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A5304C-D6F8-4EFE-B3CD-72E24678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6BFDFC-6589-48BC-A4AF-1ACA0191F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111" y="4257904"/>
            <a:ext cx="6011114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4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6AB7D-271E-49B9-972D-CCE69DF7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État actuelle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4C10ED-9109-4DB8-B62A-DEB83BAD2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Pas fonctionnelle côté communication entre </a:t>
            </a:r>
            <a:r>
              <a:rPr lang="fr-CH" dirty="0" err="1"/>
              <a:t>bell</a:t>
            </a:r>
            <a:r>
              <a:rPr lang="fr-CH" dirty="0"/>
              <a:t> et ring.</a:t>
            </a:r>
          </a:p>
          <a:p>
            <a:r>
              <a:rPr lang="fr-CH" dirty="0"/>
              <a:t>UART trop rapide avant l’ajout de l’interruption. Et interruption pas réactif au action de l’UART</a:t>
            </a:r>
          </a:p>
          <a:p>
            <a:r>
              <a:rPr lang="fr-CH" dirty="0"/>
              <a:t>Pas eu le temps de résoudre le problème </a:t>
            </a:r>
            <a:r>
              <a:rPr lang="fr-CH"/>
              <a:t>de l'interruption </a:t>
            </a:r>
            <a:r>
              <a:rPr lang="fr-CH" dirty="0"/>
              <a:t>inactif de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C9C229-2E5C-48EB-8F28-D6D3B90A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603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06E4EE-DBD7-4C1F-9A97-A5D63EC8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858C68-0AE9-441B-816A-A5BC9E69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Lecture et contrôle des numéro de série fonctionnelle</a:t>
            </a:r>
          </a:p>
          <a:p>
            <a:r>
              <a:rPr lang="fr-CH" dirty="0"/>
              <a:t>Perdu pas mal de temps pour comprendre le module radio RF</a:t>
            </a:r>
          </a:p>
          <a:p>
            <a:r>
              <a:rPr lang="fr-CH" dirty="0"/>
              <a:t>Quelque tentative réussit entre </a:t>
            </a:r>
            <a:r>
              <a:rPr lang="fr-CH" dirty="0" err="1"/>
              <a:t>bell</a:t>
            </a:r>
            <a:r>
              <a:rPr lang="fr-CH" dirty="0"/>
              <a:t> et ring mais beaucoup d’échec de connexion ou de demande dû au message volumineux et que le pic32 face une erreur de buffer saturé</a:t>
            </a:r>
          </a:p>
          <a:p>
            <a:r>
              <a:rPr lang="fr-CH" dirty="0"/>
              <a:t>Pas mal de problème de </a:t>
            </a:r>
            <a:r>
              <a:rPr lang="fr-CH" dirty="0" err="1"/>
              <a:t>debug</a:t>
            </a:r>
            <a:r>
              <a:rPr lang="fr-CH" dirty="0"/>
              <a:t> qui ne voulait pas exécuter les commandes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E3F66C-171E-4EF2-9019-38A32765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596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F88DE-9199-40B9-BCF9-4B1E649D0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CH" dirty="0"/>
              <a:t>Des questions?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8822DF-D7A7-4D0C-838C-25B4B303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2444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168</TotalTime>
  <Words>186</Words>
  <Application>Microsoft Office PowerPoint</Application>
  <PresentationFormat>Grand écran</PresentationFormat>
  <Paragraphs>43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Facette</vt:lpstr>
      <vt:lpstr>Présentation firmware du PortierWireless</vt:lpstr>
      <vt:lpstr>Sommaire</vt:lpstr>
      <vt:lpstr>Ancienne version</vt:lpstr>
      <vt:lpstr>Nouvelle version objectif</vt:lpstr>
      <vt:lpstr>Ajout du projet</vt:lpstr>
      <vt:lpstr>Problème rencontré </vt:lpstr>
      <vt:lpstr>État actuelle </vt:lpstr>
      <vt:lpstr>Conclusion</vt:lpstr>
      <vt:lpstr>Des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firmware du PortierWireless</dc:title>
  <dc:creator>Diogo Ferreira</dc:creator>
  <cp:lastModifiedBy>Diogo Ferreira</cp:lastModifiedBy>
  <cp:revision>12</cp:revision>
  <dcterms:created xsi:type="dcterms:W3CDTF">2024-05-27T18:22:32Z</dcterms:created>
  <dcterms:modified xsi:type="dcterms:W3CDTF">2024-06-17T14:10:57Z</dcterms:modified>
</cp:coreProperties>
</file>