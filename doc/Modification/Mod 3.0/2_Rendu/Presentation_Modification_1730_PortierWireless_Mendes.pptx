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28" r:id="rId5"/>
    <p:sldId id="338" r:id="rId6"/>
    <p:sldId id="331" r:id="rId7"/>
    <p:sldId id="332" r:id="rId8"/>
    <p:sldId id="333" r:id="rId9"/>
    <p:sldId id="334" r:id="rId10"/>
    <p:sldId id="335" r:id="rId11"/>
    <p:sldId id="339" r:id="rId12"/>
    <p:sldId id="337" r:id="rId13"/>
    <p:sldId id="336" r:id="rId14"/>
  </p:sldIdLst>
  <p:sldSz cx="12192000" cy="6858000"/>
  <p:notesSz cx="9144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C545F9F2-72E8-463D-A527-0E5DA599AC2D}">
          <p14:sldIdLst>
            <p14:sldId id="328"/>
            <p14:sldId id="338"/>
            <p14:sldId id="331"/>
            <p14:sldId id="332"/>
            <p14:sldId id="333"/>
            <p14:sldId id="334"/>
            <p14:sldId id="335"/>
            <p14:sldId id="339"/>
            <p14:sldId id="337"/>
            <p14:sldId id="33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251B"/>
    <a:srgbClr val="E22517"/>
    <a:srgbClr val="C40F16"/>
    <a:srgbClr val="BB3C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7B67E4-4E9B-243E-7459-2CB6E9E4A968}" v="6" dt="2025-06-15T08:44:01.078"/>
    <p1510:client id="{6024C595-D941-9F36-2E52-B6EE47A97207}" v="879" dt="2025-06-15T09:22:54.451"/>
    <p1510:client id="{6BA4C5B1-DD8D-43F1-A1DA-FFE91FCB69B3}" v="55" dt="2025-06-15T19:27:47.7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3912" autoAdjust="0"/>
  </p:normalViewPr>
  <p:slideViewPr>
    <p:cSldViewPr snapToGrid="0">
      <p:cViewPr varScale="1">
        <p:scale>
          <a:sx n="106" d="100"/>
          <a:sy n="106" d="100"/>
        </p:scale>
        <p:origin x="126" y="111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63" d="100"/>
          <a:sy n="163" d="100"/>
        </p:scale>
        <p:origin x="2076" y="12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éo Mendes" userId="c74ddf5e-47e1-482b-889e-8c4876fd2cf2" providerId="ADAL" clId="{570BFF80-BF7F-4D5C-A1C5-053FC32AD1E3}"/>
    <pc:docChg chg="undo custSel addSld delSld modSld sldOrd modSection">
      <pc:chgData name="Léo Mendes" userId="c74ddf5e-47e1-482b-889e-8c4876fd2cf2" providerId="ADAL" clId="{570BFF80-BF7F-4D5C-A1C5-053FC32AD1E3}" dt="2025-01-31T08:55:11.405" v="90" actId="1076"/>
      <pc:docMkLst>
        <pc:docMk/>
      </pc:docMkLst>
      <pc:sldChg chg="addSp modSp mod">
        <pc:chgData name="Léo Mendes" userId="c74ddf5e-47e1-482b-889e-8c4876fd2cf2" providerId="ADAL" clId="{570BFF80-BF7F-4D5C-A1C5-053FC32AD1E3}" dt="2025-01-31T08:55:11.405" v="90" actId="1076"/>
        <pc:sldMkLst>
          <pc:docMk/>
          <pc:sldMk cId="4125083899" sldId="300"/>
        </pc:sldMkLst>
      </pc:sldChg>
      <pc:sldChg chg="addSp delSp modSp mod">
        <pc:chgData name="Léo Mendes" userId="c74ddf5e-47e1-482b-889e-8c4876fd2cf2" providerId="ADAL" clId="{570BFF80-BF7F-4D5C-A1C5-053FC32AD1E3}" dt="2025-01-31T08:09:44.731" v="31" actId="14100"/>
        <pc:sldMkLst>
          <pc:docMk/>
          <pc:sldMk cId="2989600124" sldId="313"/>
        </pc:sldMkLst>
      </pc:sldChg>
      <pc:sldChg chg="addSp delSp modSp mod">
        <pc:chgData name="Léo Mendes" userId="c74ddf5e-47e1-482b-889e-8c4876fd2cf2" providerId="ADAL" clId="{570BFF80-BF7F-4D5C-A1C5-053FC32AD1E3}" dt="2025-01-31T08:09:01.704" v="26" actId="478"/>
        <pc:sldMkLst>
          <pc:docMk/>
          <pc:sldMk cId="2836359765" sldId="315"/>
        </pc:sldMkLst>
      </pc:sldChg>
      <pc:sldChg chg="modSp mod">
        <pc:chgData name="Léo Mendes" userId="c74ddf5e-47e1-482b-889e-8c4876fd2cf2" providerId="ADAL" clId="{570BFF80-BF7F-4D5C-A1C5-053FC32AD1E3}" dt="2025-01-31T08:47:54.298" v="75" actId="27636"/>
        <pc:sldMkLst>
          <pc:docMk/>
          <pc:sldMk cId="1335623204" sldId="326"/>
        </pc:sldMkLst>
      </pc:sldChg>
      <pc:sldChg chg="add">
        <pc:chgData name="Léo Mendes" userId="c74ddf5e-47e1-482b-889e-8c4876fd2cf2" providerId="ADAL" clId="{570BFF80-BF7F-4D5C-A1C5-053FC32AD1E3}" dt="2025-01-31T07:18:01.004" v="0"/>
        <pc:sldMkLst>
          <pc:docMk/>
          <pc:sldMk cId="2344126592" sldId="327"/>
        </pc:sldMkLst>
      </pc:sldChg>
      <pc:sldChg chg="addSp delSp modSp add del mod ord">
        <pc:chgData name="Léo Mendes" userId="c74ddf5e-47e1-482b-889e-8c4876fd2cf2" providerId="ADAL" clId="{570BFF80-BF7F-4D5C-A1C5-053FC32AD1E3}" dt="2025-01-31T08:54:45.021" v="80" actId="2696"/>
        <pc:sldMkLst>
          <pc:docMk/>
          <pc:sldMk cId="2553355940" sldId="328"/>
        </pc:sldMkLst>
      </pc:sldChg>
    </pc:docChg>
  </pc:docChgLst>
  <pc:docChgLst>
    <pc:chgData name="Léo Mendes" userId="S::py13jta@eduvaud.ch::c74ddf5e-47e1-482b-889e-8c4876fd2cf2" providerId="AD" clId="Web-{497B67E4-4E9B-243E-7459-2CB6E9E4A968}"/>
    <pc:docChg chg="addSld delSld modSld sldOrd modSection">
      <pc:chgData name="Léo Mendes" userId="S::py13jta@eduvaud.ch::c74ddf5e-47e1-482b-889e-8c4876fd2cf2" providerId="AD" clId="Web-{497B67E4-4E9B-243E-7459-2CB6E9E4A968}" dt="2025-06-15T08:44:01.078" v="5"/>
      <pc:docMkLst>
        <pc:docMk/>
      </pc:docMkLst>
      <pc:sldChg chg="addSp delSp modSp del">
        <pc:chgData name="Léo Mendes" userId="S::py13jta@eduvaud.ch::c74ddf5e-47e1-482b-889e-8c4876fd2cf2" providerId="AD" clId="Web-{497B67E4-4E9B-243E-7459-2CB6E9E4A968}" dt="2025-06-15T08:44:01.078" v="5"/>
        <pc:sldMkLst>
          <pc:docMk/>
          <pc:sldMk cId="3863168765" sldId="271"/>
        </pc:sldMkLst>
        <pc:spChg chg="del">
          <ac:chgData name="Léo Mendes" userId="S::py13jta@eduvaud.ch::c74ddf5e-47e1-482b-889e-8c4876fd2cf2" providerId="AD" clId="Web-{497B67E4-4E9B-243E-7459-2CB6E9E4A968}" dt="2025-06-15T08:43:38.453" v="1"/>
          <ac:spMkLst>
            <pc:docMk/>
            <pc:sldMk cId="3863168765" sldId="271"/>
            <ac:spMk id="2" creationId="{F51CFBFE-2FD7-47A8-A560-8EBDEEAA6A53}"/>
          </ac:spMkLst>
        </pc:spChg>
        <pc:spChg chg="del">
          <ac:chgData name="Léo Mendes" userId="S::py13jta@eduvaud.ch::c74ddf5e-47e1-482b-889e-8c4876fd2cf2" providerId="AD" clId="Web-{497B67E4-4E9B-243E-7459-2CB6E9E4A968}" dt="2025-06-15T08:43:42.672" v="2"/>
          <ac:spMkLst>
            <pc:docMk/>
            <pc:sldMk cId="3863168765" sldId="271"/>
            <ac:spMk id="3" creationId="{E7531D63-1722-465C-A26B-4C56350D7CF4}"/>
          </ac:spMkLst>
        </pc:spChg>
        <pc:spChg chg="add mod">
          <ac:chgData name="Léo Mendes" userId="S::py13jta@eduvaud.ch::c74ddf5e-47e1-482b-889e-8c4876fd2cf2" providerId="AD" clId="Web-{497B67E4-4E9B-243E-7459-2CB6E9E4A968}" dt="2025-06-15T08:43:38.453" v="1"/>
          <ac:spMkLst>
            <pc:docMk/>
            <pc:sldMk cId="3863168765" sldId="271"/>
            <ac:spMk id="6" creationId="{50D9615D-DDF4-78D5-CBE3-3D75A9B6B8D7}"/>
          </ac:spMkLst>
        </pc:spChg>
        <pc:spChg chg="add mod">
          <ac:chgData name="Léo Mendes" userId="S::py13jta@eduvaud.ch::c74ddf5e-47e1-482b-889e-8c4876fd2cf2" providerId="AD" clId="Web-{497B67E4-4E9B-243E-7459-2CB6E9E4A968}" dt="2025-06-15T08:43:42.672" v="2"/>
          <ac:spMkLst>
            <pc:docMk/>
            <pc:sldMk cId="3863168765" sldId="271"/>
            <ac:spMk id="9" creationId="{106C1D89-A928-1B13-779E-CE8636FDCDE1}"/>
          </ac:spMkLst>
        </pc:spChg>
        <pc:picChg chg="del">
          <ac:chgData name="Léo Mendes" userId="S::py13jta@eduvaud.ch::c74ddf5e-47e1-482b-889e-8c4876fd2cf2" providerId="AD" clId="Web-{497B67E4-4E9B-243E-7459-2CB6E9E4A968}" dt="2025-06-15T08:43:34.234" v="0"/>
          <ac:picMkLst>
            <pc:docMk/>
            <pc:sldMk cId="3863168765" sldId="271"/>
            <ac:picMk id="8" creationId="{F72289FC-C22F-4DBA-BB80-101448EA2EBB}"/>
          </ac:picMkLst>
        </pc:picChg>
      </pc:sldChg>
      <pc:sldChg chg="new ord">
        <pc:chgData name="Léo Mendes" userId="S::py13jta@eduvaud.ch::c74ddf5e-47e1-482b-889e-8c4876fd2cf2" providerId="AD" clId="Web-{497B67E4-4E9B-243E-7459-2CB6E9E4A968}" dt="2025-06-15T08:43:57.860" v="4"/>
        <pc:sldMkLst>
          <pc:docMk/>
          <pc:sldMk cId="2469085805" sldId="328"/>
        </pc:sldMkLst>
      </pc:sldChg>
    </pc:docChg>
  </pc:docChgLst>
  <pc:docChgLst>
    <pc:chgData name="Léo Mendes" userId="c74ddf5e-47e1-482b-889e-8c4876fd2cf2" providerId="ADAL" clId="{E2C486FE-0F26-44AD-A414-7FB6EA01752D}"/>
    <pc:docChg chg="undo custSel modSld">
      <pc:chgData name="Léo Mendes" userId="c74ddf5e-47e1-482b-889e-8c4876fd2cf2" providerId="ADAL" clId="{E2C486FE-0F26-44AD-A414-7FB6EA01752D}" dt="2025-06-13T12:09:27.968" v="5" actId="478"/>
      <pc:docMkLst>
        <pc:docMk/>
      </pc:docMkLst>
      <pc:sldChg chg="addSp delSp modSp mod">
        <pc:chgData name="Léo Mendes" userId="c74ddf5e-47e1-482b-889e-8c4876fd2cf2" providerId="ADAL" clId="{E2C486FE-0F26-44AD-A414-7FB6EA01752D}" dt="2025-06-13T12:09:27.968" v="5" actId="478"/>
        <pc:sldMkLst>
          <pc:docMk/>
          <pc:sldMk cId="3863168765" sldId="271"/>
        </pc:sldMkLst>
      </pc:sldChg>
    </pc:docChg>
  </pc:docChgLst>
  <pc:docChgLst>
    <pc:chgData name="Léo Mendes" userId="S::py13jta@eduvaud.ch::c74ddf5e-47e1-482b-889e-8c4876fd2cf2" providerId="AD" clId="Web-{6024C595-D941-9F36-2E52-B6EE47A97207}"/>
    <pc:docChg chg="addSld delSld modSld sldOrd modSection">
      <pc:chgData name="Léo Mendes" userId="S::py13jta@eduvaud.ch::c74ddf5e-47e1-482b-889e-8c4876fd2cf2" providerId="AD" clId="Web-{6024C595-D941-9F36-2E52-B6EE47A97207}" dt="2025-06-15T09:22:54.154" v="535" actId="20577"/>
      <pc:docMkLst>
        <pc:docMk/>
      </pc:docMkLst>
      <pc:sldChg chg="del">
        <pc:chgData name="Léo Mendes" userId="S::py13jta@eduvaud.ch::c74ddf5e-47e1-482b-889e-8c4876fd2cf2" providerId="AD" clId="Web-{6024C595-D941-9F36-2E52-B6EE47A97207}" dt="2025-06-15T08:47:31.672" v="64"/>
        <pc:sldMkLst>
          <pc:docMk/>
          <pc:sldMk cId="4057502" sldId="298"/>
        </pc:sldMkLst>
      </pc:sldChg>
      <pc:sldChg chg="del">
        <pc:chgData name="Léo Mendes" userId="S::py13jta@eduvaud.ch::c74ddf5e-47e1-482b-889e-8c4876fd2cf2" providerId="AD" clId="Web-{6024C595-D941-9F36-2E52-B6EE47A97207}" dt="2025-06-15T08:47:32.469" v="65"/>
        <pc:sldMkLst>
          <pc:docMk/>
          <pc:sldMk cId="1450354223" sldId="299"/>
        </pc:sldMkLst>
      </pc:sldChg>
      <pc:sldChg chg="del">
        <pc:chgData name="Léo Mendes" userId="S::py13jta@eduvaud.ch::c74ddf5e-47e1-482b-889e-8c4876fd2cf2" providerId="AD" clId="Web-{6024C595-D941-9F36-2E52-B6EE47A97207}" dt="2025-06-15T08:46:53.531" v="36"/>
        <pc:sldMkLst>
          <pc:docMk/>
          <pc:sldMk cId="4125083899" sldId="300"/>
        </pc:sldMkLst>
      </pc:sldChg>
      <pc:sldChg chg="del">
        <pc:chgData name="Léo Mendes" userId="S::py13jta@eduvaud.ch::c74ddf5e-47e1-482b-889e-8c4876fd2cf2" providerId="AD" clId="Web-{6024C595-D941-9F36-2E52-B6EE47A97207}" dt="2025-06-15T08:46:54.516" v="37"/>
        <pc:sldMkLst>
          <pc:docMk/>
          <pc:sldMk cId="3873436781" sldId="301"/>
        </pc:sldMkLst>
      </pc:sldChg>
      <pc:sldChg chg="del">
        <pc:chgData name="Léo Mendes" userId="S::py13jta@eduvaud.ch::c74ddf5e-47e1-482b-889e-8c4876fd2cf2" providerId="AD" clId="Web-{6024C595-D941-9F36-2E52-B6EE47A97207}" dt="2025-06-15T08:46:55.359" v="38"/>
        <pc:sldMkLst>
          <pc:docMk/>
          <pc:sldMk cId="972752059" sldId="310"/>
        </pc:sldMkLst>
      </pc:sldChg>
      <pc:sldChg chg="del">
        <pc:chgData name="Léo Mendes" userId="S::py13jta@eduvaud.ch::c74ddf5e-47e1-482b-889e-8c4876fd2cf2" providerId="AD" clId="Web-{6024C595-D941-9F36-2E52-B6EE47A97207}" dt="2025-06-15T08:46:56.031" v="39"/>
        <pc:sldMkLst>
          <pc:docMk/>
          <pc:sldMk cId="4113589378" sldId="311"/>
        </pc:sldMkLst>
      </pc:sldChg>
      <pc:sldChg chg="del">
        <pc:chgData name="Léo Mendes" userId="S::py13jta@eduvaud.ch::c74ddf5e-47e1-482b-889e-8c4876fd2cf2" providerId="AD" clId="Web-{6024C595-D941-9F36-2E52-B6EE47A97207}" dt="2025-06-15T08:46:57" v="40"/>
        <pc:sldMkLst>
          <pc:docMk/>
          <pc:sldMk cId="2989600124" sldId="313"/>
        </pc:sldMkLst>
      </pc:sldChg>
      <pc:sldChg chg="addSp delSp modSp ord">
        <pc:chgData name="Léo Mendes" userId="S::py13jta@eduvaud.ch::c74ddf5e-47e1-482b-889e-8c4876fd2cf2" providerId="AD" clId="Web-{6024C595-D941-9F36-2E52-B6EE47A97207}" dt="2025-06-15T09:08:09.923" v="240" actId="1076"/>
        <pc:sldMkLst>
          <pc:docMk/>
          <pc:sldMk cId="2836359765" sldId="315"/>
        </pc:sldMkLst>
        <pc:spChg chg="mod">
          <ac:chgData name="Léo Mendes" userId="S::py13jta@eduvaud.ch::c74ddf5e-47e1-482b-889e-8c4876fd2cf2" providerId="AD" clId="Web-{6024C595-D941-9F36-2E52-B6EE47A97207}" dt="2025-06-15T08:47:09.594" v="50" actId="20577"/>
          <ac:spMkLst>
            <pc:docMk/>
            <pc:sldMk cId="2836359765" sldId="315"/>
            <ac:spMk id="3" creationId="{C243FA92-1455-1FB7-0DDF-B190E5391D98}"/>
          </ac:spMkLst>
        </pc:spChg>
        <pc:spChg chg="add mod">
          <ac:chgData name="Léo Mendes" userId="S::py13jta@eduvaud.ch::c74ddf5e-47e1-482b-889e-8c4876fd2cf2" providerId="AD" clId="Web-{6024C595-D941-9F36-2E52-B6EE47A97207}" dt="2025-06-15T09:08:05.439" v="239" actId="1076"/>
          <ac:spMkLst>
            <pc:docMk/>
            <pc:sldMk cId="2836359765" sldId="315"/>
            <ac:spMk id="8" creationId="{4DB9114C-5FB8-E2F4-0BB5-820783CDA117}"/>
          </ac:spMkLst>
        </pc:spChg>
        <pc:spChg chg="mod">
          <ac:chgData name="Léo Mendes" userId="S::py13jta@eduvaud.ch::c74ddf5e-47e1-482b-889e-8c4876fd2cf2" providerId="AD" clId="Web-{6024C595-D941-9F36-2E52-B6EE47A97207}" dt="2025-06-15T08:49:47.705" v="77" actId="20577"/>
          <ac:spMkLst>
            <pc:docMk/>
            <pc:sldMk cId="2836359765" sldId="315"/>
            <ac:spMk id="9" creationId="{5CA38347-E97E-769E-4AA1-01AEBC9D3D0C}"/>
          </ac:spMkLst>
        </pc:spChg>
        <pc:spChg chg="add mod">
          <ac:chgData name="Léo Mendes" userId="S::py13jta@eduvaud.ch::c74ddf5e-47e1-482b-889e-8c4876fd2cf2" providerId="AD" clId="Web-{6024C595-D941-9F36-2E52-B6EE47A97207}" dt="2025-06-15T09:08:02.142" v="238" actId="1076"/>
          <ac:spMkLst>
            <pc:docMk/>
            <pc:sldMk cId="2836359765" sldId="315"/>
            <ac:spMk id="10" creationId="{1B19F1FB-5E4A-1DD5-BAED-F77EE78F9614}"/>
          </ac:spMkLst>
        </pc:spChg>
        <pc:picChg chg="add mod">
          <ac:chgData name="Léo Mendes" userId="S::py13jta@eduvaud.ch::c74ddf5e-47e1-482b-889e-8c4876fd2cf2" providerId="AD" clId="Web-{6024C595-D941-9F36-2E52-B6EE47A97207}" dt="2025-06-15T09:08:09.923" v="240" actId="1076"/>
          <ac:picMkLst>
            <pc:docMk/>
            <pc:sldMk cId="2836359765" sldId="315"/>
            <ac:picMk id="2" creationId="{B762F387-8464-A68D-EDA4-3CE31DB7BFD0}"/>
          </ac:picMkLst>
        </pc:picChg>
        <pc:picChg chg="del">
          <ac:chgData name="Léo Mendes" userId="S::py13jta@eduvaud.ch::c74ddf5e-47e1-482b-889e-8c4876fd2cf2" providerId="AD" clId="Web-{6024C595-D941-9F36-2E52-B6EE47A97207}" dt="2025-06-15T08:47:11.719" v="51"/>
          <ac:picMkLst>
            <pc:docMk/>
            <pc:sldMk cId="2836359765" sldId="315"/>
            <ac:picMk id="7" creationId="{8D17404A-01F1-A17F-9AD0-5EC501B8307C}"/>
          </ac:picMkLst>
        </pc:picChg>
      </pc:sldChg>
      <pc:sldChg chg="del">
        <pc:chgData name="Léo Mendes" userId="S::py13jta@eduvaud.ch::c74ddf5e-47e1-482b-889e-8c4876fd2cf2" providerId="AD" clId="Web-{6024C595-D941-9F36-2E52-B6EE47A97207}" dt="2025-06-15T08:47:23.750" v="53"/>
        <pc:sldMkLst>
          <pc:docMk/>
          <pc:sldMk cId="1959248932" sldId="316"/>
        </pc:sldMkLst>
      </pc:sldChg>
      <pc:sldChg chg="del">
        <pc:chgData name="Léo Mendes" userId="S::py13jta@eduvaud.ch::c74ddf5e-47e1-482b-889e-8c4876fd2cf2" providerId="AD" clId="Web-{6024C595-D941-9F36-2E52-B6EE47A97207}" dt="2025-06-15T08:47:24.954" v="54"/>
        <pc:sldMkLst>
          <pc:docMk/>
          <pc:sldMk cId="4219900913" sldId="317"/>
        </pc:sldMkLst>
      </pc:sldChg>
      <pc:sldChg chg="del">
        <pc:chgData name="Léo Mendes" userId="S::py13jta@eduvaud.ch::c74ddf5e-47e1-482b-889e-8c4876fd2cf2" providerId="AD" clId="Web-{6024C595-D941-9F36-2E52-B6EE47A97207}" dt="2025-06-15T08:47:25.625" v="55"/>
        <pc:sldMkLst>
          <pc:docMk/>
          <pc:sldMk cId="943469530" sldId="318"/>
        </pc:sldMkLst>
      </pc:sldChg>
      <pc:sldChg chg="del">
        <pc:chgData name="Léo Mendes" userId="S::py13jta@eduvaud.ch::c74ddf5e-47e1-482b-889e-8c4876fd2cf2" providerId="AD" clId="Web-{6024C595-D941-9F36-2E52-B6EE47A97207}" dt="2025-06-15T08:47:30.047" v="59"/>
        <pc:sldMkLst>
          <pc:docMk/>
          <pc:sldMk cId="2041967213" sldId="320"/>
        </pc:sldMkLst>
      </pc:sldChg>
      <pc:sldChg chg="del">
        <pc:chgData name="Léo Mendes" userId="S::py13jta@eduvaud.ch::c74ddf5e-47e1-482b-889e-8c4876fd2cf2" providerId="AD" clId="Web-{6024C595-D941-9F36-2E52-B6EE47A97207}" dt="2025-06-15T08:47:30.360" v="60"/>
        <pc:sldMkLst>
          <pc:docMk/>
          <pc:sldMk cId="3300042057" sldId="321"/>
        </pc:sldMkLst>
      </pc:sldChg>
      <pc:sldChg chg="del">
        <pc:chgData name="Léo Mendes" userId="S::py13jta@eduvaud.ch::c74ddf5e-47e1-482b-889e-8c4876fd2cf2" providerId="AD" clId="Web-{6024C595-D941-9F36-2E52-B6EE47A97207}" dt="2025-06-15T08:47:26.032" v="56"/>
        <pc:sldMkLst>
          <pc:docMk/>
          <pc:sldMk cId="3357818535" sldId="322"/>
        </pc:sldMkLst>
      </pc:sldChg>
      <pc:sldChg chg="del">
        <pc:chgData name="Léo Mendes" userId="S::py13jta@eduvaud.ch::c74ddf5e-47e1-482b-889e-8c4876fd2cf2" providerId="AD" clId="Web-{6024C595-D941-9F36-2E52-B6EE47A97207}" dt="2025-06-15T08:47:28.391" v="57"/>
        <pc:sldMkLst>
          <pc:docMk/>
          <pc:sldMk cId="2817978529" sldId="323"/>
        </pc:sldMkLst>
      </pc:sldChg>
      <pc:sldChg chg="del">
        <pc:chgData name="Léo Mendes" userId="S::py13jta@eduvaud.ch::c74ddf5e-47e1-482b-889e-8c4876fd2cf2" providerId="AD" clId="Web-{6024C595-D941-9F36-2E52-B6EE47A97207}" dt="2025-06-15T08:47:29.297" v="58"/>
        <pc:sldMkLst>
          <pc:docMk/>
          <pc:sldMk cId="1211330676" sldId="324"/>
        </pc:sldMkLst>
      </pc:sldChg>
      <pc:sldChg chg="del">
        <pc:chgData name="Léo Mendes" userId="S::py13jta@eduvaud.ch::c74ddf5e-47e1-482b-889e-8c4876fd2cf2" providerId="AD" clId="Web-{6024C595-D941-9F36-2E52-B6EE47A97207}" dt="2025-06-15T08:47:30.922" v="61"/>
        <pc:sldMkLst>
          <pc:docMk/>
          <pc:sldMk cId="155736320" sldId="325"/>
        </pc:sldMkLst>
      </pc:sldChg>
      <pc:sldChg chg="del">
        <pc:chgData name="Léo Mendes" userId="S::py13jta@eduvaud.ch::c74ddf5e-47e1-482b-889e-8c4876fd2cf2" providerId="AD" clId="Web-{6024C595-D941-9F36-2E52-B6EE47A97207}" dt="2025-06-15T08:47:31.110" v="62"/>
        <pc:sldMkLst>
          <pc:docMk/>
          <pc:sldMk cId="1335623204" sldId="326"/>
        </pc:sldMkLst>
      </pc:sldChg>
      <pc:sldChg chg="del">
        <pc:chgData name="Léo Mendes" userId="S::py13jta@eduvaud.ch::c74ddf5e-47e1-482b-889e-8c4876fd2cf2" providerId="AD" clId="Web-{6024C595-D941-9F36-2E52-B6EE47A97207}" dt="2025-06-15T08:47:31.375" v="63"/>
        <pc:sldMkLst>
          <pc:docMk/>
          <pc:sldMk cId="2344126592" sldId="327"/>
        </pc:sldMkLst>
      </pc:sldChg>
      <pc:sldChg chg="addSp modSp">
        <pc:chgData name="Léo Mendes" userId="S::py13jta@eduvaud.ch::c74ddf5e-47e1-482b-889e-8c4876fd2cf2" providerId="AD" clId="Web-{6024C595-D941-9F36-2E52-B6EE47A97207}" dt="2025-06-15T09:12:36.599" v="261" actId="1076"/>
        <pc:sldMkLst>
          <pc:docMk/>
          <pc:sldMk cId="2469085805" sldId="328"/>
        </pc:sldMkLst>
        <pc:spChg chg="mod">
          <ac:chgData name="Léo Mendes" userId="S::py13jta@eduvaud.ch::c74ddf5e-47e1-482b-889e-8c4876fd2cf2" providerId="AD" clId="Web-{6024C595-D941-9F36-2E52-B6EE47A97207}" dt="2025-06-15T08:46:12.843" v="19" actId="20577"/>
          <ac:spMkLst>
            <pc:docMk/>
            <pc:sldMk cId="2469085805" sldId="328"/>
            <ac:spMk id="2" creationId="{9EBA740D-1DC8-B666-5201-C50AF019C0B2}"/>
          </ac:spMkLst>
        </pc:spChg>
        <pc:spChg chg="mod">
          <ac:chgData name="Léo Mendes" userId="S::py13jta@eduvaud.ch::c74ddf5e-47e1-482b-889e-8c4876fd2cf2" providerId="AD" clId="Web-{6024C595-D941-9F36-2E52-B6EE47A97207}" dt="2025-06-15T09:08:59.565" v="256" actId="20577"/>
          <ac:spMkLst>
            <pc:docMk/>
            <pc:sldMk cId="2469085805" sldId="328"/>
            <ac:spMk id="3" creationId="{D43D96B5-0AA5-3980-24E0-9E8777019D39}"/>
          </ac:spMkLst>
        </pc:spChg>
        <pc:picChg chg="add mod">
          <ac:chgData name="Léo Mendes" userId="S::py13jta@eduvaud.ch::c74ddf5e-47e1-482b-889e-8c4876fd2cf2" providerId="AD" clId="Web-{6024C595-D941-9F36-2E52-B6EE47A97207}" dt="2025-06-15T09:12:36.599" v="261" actId="1076"/>
          <ac:picMkLst>
            <pc:docMk/>
            <pc:sldMk cId="2469085805" sldId="328"/>
            <ac:picMk id="4" creationId="{4B2E78D3-A39C-5562-B6B5-8F3ABAA7630E}"/>
          </ac:picMkLst>
        </pc:picChg>
      </pc:sldChg>
      <pc:sldChg chg="new">
        <pc:chgData name="Léo Mendes" userId="S::py13jta@eduvaud.ch::c74ddf5e-47e1-482b-889e-8c4876fd2cf2" providerId="AD" clId="Web-{6024C595-D941-9F36-2E52-B6EE47A97207}" dt="2025-06-15T09:08:26.002" v="241"/>
        <pc:sldMkLst>
          <pc:docMk/>
          <pc:sldMk cId="3072803818" sldId="329"/>
        </pc:sldMkLst>
      </pc:sldChg>
      <pc:sldChg chg="addSp delSp modSp add replId">
        <pc:chgData name="Léo Mendes" userId="S::py13jta@eduvaud.ch::c74ddf5e-47e1-482b-889e-8c4876fd2cf2" providerId="AD" clId="Web-{6024C595-D941-9F36-2E52-B6EE47A97207}" dt="2025-06-15T09:22:54.154" v="535" actId="20577"/>
        <pc:sldMkLst>
          <pc:docMk/>
          <pc:sldMk cId="620193071" sldId="330"/>
        </pc:sldMkLst>
        <pc:spChg chg="add mod">
          <ac:chgData name="Léo Mendes" userId="S::py13jta@eduvaud.ch::c74ddf5e-47e1-482b-889e-8c4876fd2cf2" providerId="AD" clId="Web-{6024C595-D941-9F36-2E52-B6EE47A97207}" dt="2025-06-15T09:14:15.460" v="339" actId="14100"/>
          <ac:spMkLst>
            <pc:docMk/>
            <pc:sldMk cId="620193071" sldId="330"/>
            <ac:spMk id="7" creationId="{B0F2EB80-74C3-99AE-4BD4-FEC2358C0757}"/>
          </ac:spMkLst>
        </pc:spChg>
        <pc:spChg chg="del">
          <ac:chgData name="Léo Mendes" userId="S::py13jta@eduvaud.ch::c74ddf5e-47e1-482b-889e-8c4876fd2cf2" providerId="AD" clId="Web-{6024C595-D941-9F36-2E52-B6EE47A97207}" dt="2025-06-15T09:08:42.018" v="244"/>
          <ac:spMkLst>
            <pc:docMk/>
            <pc:sldMk cId="620193071" sldId="330"/>
            <ac:spMk id="8" creationId="{C43D51F1-15DD-C9E8-085E-80C1229AF5E8}"/>
          </ac:spMkLst>
        </pc:spChg>
        <pc:spChg chg="mod">
          <ac:chgData name="Léo Mendes" userId="S::py13jta@eduvaud.ch::c74ddf5e-47e1-482b-889e-8c4876fd2cf2" providerId="AD" clId="Web-{6024C595-D941-9F36-2E52-B6EE47A97207}" dt="2025-06-15T09:12:49.052" v="267" actId="20577"/>
          <ac:spMkLst>
            <pc:docMk/>
            <pc:sldMk cId="620193071" sldId="330"/>
            <ac:spMk id="9" creationId="{5A8EDD22-660F-69B2-040F-6468471C8204}"/>
          </ac:spMkLst>
        </pc:spChg>
        <pc:spChg chg="del">
          <ac:chgData name="Léo Mendes" userId="S::py13jta@eduvaud.ch::c74ddf5e-47e1-482b-889e-8c4876fd2cf2" providerId="AD" clId="Web-{6024C595-D941-9F36-2E52-B6EE47A97207}" dt="2025-06-15T09:08:44.830" v="245"/>
          <ac:spMkLst>
            <pc:docMk/>
            <pc:sldMk cId="620193071" sldId="330"/>
            <ac:spMk id="10" creationId="{19A8BECD-8A81-A9E5-D9B1-F5D192B0995D}"/>
          </ac:spMkLst>
        </pc:spChg>
        <pc:spChg chg="add mod">
          <ac:chgData name="Léo Mendes" userId="S::py13jta@eduvaud.ch::c74ddf5e-47e1-482b-889e-8c4876fd2cf2" providerId="AD" clId="Web-{6024C595-D941-9F36-2E52-B6EE47A97207}" dt="2025-06-15T09:22:54.154" v="535" actId="20577"/>
          <ac:spMkLst>
            <pc:docMk/>
            <pc:sldMk cId="620193071" sldId="330"/>
            <ac:spMk id="11" creationId="{9294DB5D-C48B-3607-DCA2-51E3226A9056}"/>
          </ac:spMkLst>
        </pc:spChg>
        <pc:spChg chg="add del mod">
          <ac:chgData name="Léo Mendes" userId="S::py13jta@eduvaud.ch::c74ddf5e-47e1-482b-889e-8c4876fd2cf2" providerId="AD" clId="Web-{6024C595-D941-9F36-2E52-B6EE47A97207}" dt="2025-06-15T09:20:35.746" v="460"/>
          <ac:spMkLst>
            <pc:docMk/>
            <pc:sldMk cId="620193071" sldId="330"/>
            <ac:spMk id="12" creationId="{61672FBB-9C73-3BEA-A27B-13709C891357}"/>
          </ac:spMkLst>
        </pc:spChg>
        <pc:picChg chg="del">
          <ac:chgData name="Léo Mendes" userId="S::py13jta@eduvaud.ch::c74ddf5e-47e1-482b-889e-8c4876fd2cf2" providerId="AD" clId="Web-{6024C595-D941-9F36-2E52-B6EE47A97207}" dt="2025-06-15T09:08:37.299" v="243"/>
          <ac:picMkLst>
            <pc:docMk/>
            <pc:sldMk cId="620193071" sldId="330"/>
            <ac:picMk id="2" creationId="{55CD9648-283B-55CE-6B11-B5B0298E8486}"/>
          </ac:picMkLst>
        </pc:picChg>
      </pc:sldChg>
    </pc:docChg>
  </pc:docChgLst>
  <pc:docChgLst>
    <pc:chgData name="Léo Mendes" userId="c74ddf5e-47e1-482b-889e-8c4876fd2cf2" providerId="ADAL" clId="{6BA4C5B1-DD8D-43F1-A1DA-FFE91FCB69B3}"/>
    <pc:docChg chg="undo custSel addSld delSld modSld sldOrd modMainMaster modSection">
      <pc:chgData name="Léo Mendes" userId="c74ddf5e-47e1-482b-889e-8c4876fd2cf2" providerId="ADAL" clId="{6BA4C5B1-DD8D-43F1-A1DA-FFE91FCB69B3}" dt="2025-06-15T19:28:58.550" v="2802" actId="27636"/>
      <pc:docMkLst>
        <pc:docMk/>
      </pc:docMkLst>
      <pc:sldChg chg="addSp modSp del mod">
        <pc:chgData name="Léo Mendes" userId="c74ddf5e-47e1-482b-889e-8c4876fd2cf2" providerId="ADAL" clId="{6BA4C5B1-DD8D-43F1-A1DA-FFE91FCB69B3}" dt="2025-06-15T19:04:12.481" v="1280" actId="2696"/>
        <pc:sldMkLst>
          <pc:docMk/>
          <pc:sldMk cId="2836359765" sldId="315"/>
        </pc:sldMkLst>
        <pc:spChg chg="mod">
          <ac:chgData name="Léo Mendes" userId="c74ddf5e-47e1-482b-889e-8c4876fd2cf2" providerId="ADAL" clId="{6BA4C5B1-DD8D-43F1-A1DA-FFE91FCB69B3}" dt="2025-06-15T17:25:16.964" v="1021" actId="1076"/>
          <ac:spMkLst>
            <pc:docMk/>
            <pc:sldMk cId="2836359765" sldId="315"/>
            <ac:spMk id="3" creationId="{C243FA92-1455-1FB7-0DDF-B190E5391D98}"/>
          </ac:spMkLst>
        </pc:spChg>
        <pc:spChg chg="mod">
          <ac:chgData name="Léo Mendes" userId="c74ddf5e-47e1-482b-889e-8c4876fd2cf2" providerId="ADAL" clId="{6BA4C5B1-DD8D-43F1-A1DA-FFE91FCB69B3}" dt="2025-06-15T15:43:48.347" v="241" actId="20577"/>
          <ac:spMkLst>
            <pc:docMk/>
            <pc:sldMk cId="2836359765" sldId="315"/>
            <ac:spMk id="4" creationId="{F7EC29CC-EF28-9998-9318-78E625E67670}"/>
          </ac:spMkLst>
        </pc:spChg>
        <pc:spChg chg="add mod">
          <ac:chgData name="Léo Mendes" userId="c74ddf5e-47e1-482b-889e-8c4876fd2cf2" providerId="ADAL" clId="{6BA4C5B1-DD8D-43F1-A1DA-FFE91FCB69B3}" dt="2025-06-15T17:25:00.476" v="1020" actId="1076"/>
          <ac:spMkLst>
            <pc:docMk/>
            <pc:sldMk cId="2836359765" sldId="315"/>
            <ac:spMk id="7" creationId="{628F51BC-99FB-8FBC-9CFA-E08B5621C0C9}"/>
          </ac:spMkLst>
        </pc:spChg>
        <pc:spChg chg="mod">
          <ac:chgData name="Léo Mendes" userId="c74ddf5e-47e1-482b-889e-8c4876fd2cf2" providerId="ADAL" clId="{6BA4C5B1-DD8D-43F1-A1DA-FFE91FCB69B3}" dt="2025-06-15T17:25:16.964" v="1021" actId="1076"/>
          <ac:spMkLst>
            <pc:docMk/>
            <pc:sldMk cId="2836359765" sldId="315"/>
            <ac:spMk id="8" creationId="{4DB9114C-5FB8-E2F4-0BB5-820783CDA117}"/>
          </ac:spMkLst>
        </pc:spChg>
        <pc:spChg chg="mod">
          <ac:chgData name="Léo Mendes" userId="c74ddf5e-47e1-482b-889e-8c4876fd2cf2" providerId="ADAL" clId="{6BA4C5B1-DD8D-43F1-A1DA-FFE91FCB69B3}" dt="2025-06-15T17:25:16.964" v="1021" actId="1076"/>
          <ac:spMkLst>
            <pc:docMk/>
            <pc:sldMk cId="2836359765" sldId="315"/>
            <ac:spMk id="10" creationId="{1B19F1FB-5E4A-1DD5-BAED-F77EE78F9614}"/>
          </ac:spMkLst>
        </pc:spChg>
        <pc:picChg chg="mod">
          <ac:chgData name="Léo Mendes" userId="c74ddf5e-47e1-482b-889e-8c4876fd2cf2" providerId="ADAL" clId="{6BA4C5B1-DD8D-43F1-A1DA-FFE91FCB69B3}" dt="2025-06-15T17:25:16.964" v="1021" actId="1076"/>
          <ac:picMkLst>
            <pc:docMk/>
            <pc:sldMk cId="2836359765" sldId="315"/>
            <ac:picMk id="2" creationId="{B762F387-8464-A68D-EDA4-3CE31DB7BFD0}"/>
          </ac:picMkLst>
        </pc:picChg>
      </pc:sldChg>
      <pc:sldChg chg="modTransition">
        <pc:chgData name="Léo Mendes" userId="c74ddf5e-47e1-482b-889e-8c4876fd2cf2" providerId="ADAL" clId="{6BA4C5B1-DD8D-43F1-A1DA-FFE91FCB69B3}" dt="2025-06-15T19:27:47.701" v="2781"/>
        <pc:sldMkLst>
          <pc:docMk/>
          <pc:sldMk cId="2469085805" sldId="328"/>
        </pc:sldMkLst>
      </pc:sldChg>
      <pc:sldChg chg="del">
        <pc:chgData name="Léo Mendes" userId="c74ddf5e-47e1-482b-889e-8c4876fd2cf2" providerId="ADAL" clId="{6BA4C5B1-DD8D-43F1-A1DA-FFE91FCB69B3}" dt="2025-06-15T15:18:12.466" v="1" actId="2696"/>
        <pc:sldMkLst>
          <pc:docMk/>
          <pc:sldMk cId="3072803818" sldId="329"/>
        </pc:sldMkLst>
      </pc:sldChg>
      <pc:sldChg chg="delSp modSp del mod">
        <pc:chgData name="Léo Mendes" userId="c74ddf5e-47e1-482b-889e-8c4876fd2cf2" providerId="ADAL" clId="{6BA4C5B1-DD8D-43F1-A1DA-FFE91FCB69B3}" dt="2025-06-15T19:04:19.454" v="1281" actId="2696"/>
        <pc:sldMkLst>
          <pc:docMk/>
          <pc:sldMk cId="620193071" sldId="330"/>
        </pc:sldMkLst>
        <pc:spChg chg="mod">
          <ac:chgData name="Léo Mendes" userId="c74ddf5e-47e1-482b-889e-8c4876fd2cf2" providerId="ADAL" clId="{6BA4C5B1-DD8D-43F1-A1DA-FFE91FCB69B3}" dt="2025-06-15T15:43:43.402" v="239"/>
          <ac:spMkLst>
            <pc:docMk/>
            <pc:sldMk cId="620193071" sldId="330"/>
            <ac:spMk id="4" creationId="{98828566-27E7-C039-A81E-2E09AF0B37A0}"/>
          </ac:spMkLst>
        </pc:spChg>
        <pc:spChg chg="del mod">
          <ac:chgData name="Léo Mendes" userId="c74ddf5e-47e1-482b-889e-8c4876fd2cf2" providerId="ADAL" clId="{6BA4C5B1-DD8D-43F1-A1DA-FFE91FCB69B3}" dt="2025-06-15T17:22:03.554" v="949"/>
          <ac:spMkLst>
            <pc:docMk/>
            <pc:sldMk cId="620193071" sldId="330"/>
            <ac:spMk id="7" creationId="{B0F2EB80-74C3-99AE-4BD4-FEC2358C0757}"/>
          </ac:spMkLst>
        </pc:spChg>
        <pc:spChg chg="mod">
          <ac:chgData name="Léo Mendes" userId="c74ddf5e-47e1-482b-889e-8c4876fd2cf2" providerId="ADAL" clId="{6BA4C5B1-DD8D-43F1-A1DA-FFE91FCB69B3}" dt="2025-06-15T17:21:58.944" v="947" actId="5793"/>
          <ac:spMkLst>
            <pc:docMk/>
            <pc:sldMk cId="620193071" sldId="330"/>
            <ac:spMk id="11" creationId="{9294DB5D-C48B-3607-DCA2-51E3226A9056}"/>
          </ac:spMkLst>
        </pc:spChg>
      </pc:sldChg>
      <pc:sldChg chg="addSp delSp modSp add mod">
        <pc:chgData name="Léo Mendes" userId="c74ddf5e-47e1-482b-889e-8c4876fd2cf2" providerId="ADAL" clId="{6BA4C5B1-DD8D-43F1-A1DA-FFE91FCB69B3}" dt="2025-06-15T19:28:25.191" v="2782" actId="1076"/>
        <pc:sldMkLst>
          <pc:docMk/>
          <pc:sldMk cId="2722187042" sldId="331"/>
        </pc:sldMkLst>
        <pc:spChg chg="add mod">
          <ac:chgData name="Léo Mendes" userId="c74ddf5e-47e1-482b-889e-8c4876fd2cf2" providerId="ADAL" clId="{6BA4C5B1-DD8D-43F1-A1DA-FFE91FCB69B3}" dt="2025-06-15T19:28:25.191" v="2782" actId="1076"/>
          <ac:spMkLst>
            <pc:docMk/>
            <pc:sldMk cId="2722187042" sldId="331"/>
            <ac:spMk id="2" creationId="{50E86D6B-90D0-7BF1-D505-AB606CAFF224}"/>
          </ac:spMkLst>
        </pc:spChg>
        <pc:spChg chg="mod">
          <ac:chgData name="Léo Mendes" userId="c74ddf5e-47e1-482b-889e-8c4876fd2cf2" providerId="ADAL" clId="{6BA4C5B1-DD8D-43F1-A1DA-FFE91FCB69B3}" dt="2025-06-15T15:23:40.028" v="63" actId="20577"/>
          <ac:spMkLst>
            <pc:docMk/>
            <pc:sldMk cId="2722187042" sldId="331"/>
            <ac:spMk id="3" creationId="{574195FD-21C3-84B6-B459-E305C8764FD7}"/>
          </ac:spMkLst>
        </pc:spChg>
        <pc:spChg chg="mod">
          <ac:chgData name="Léo Mendes" userId="c74ddf5e-47e1-482b-889e-8c4876fd2cf2" providerId="ADAL" clId="{6BA4C5B1-DD8D-43F1-A1DA-FFE91FCB69B3}" dt="2025-06-15T15:54:31.089" v="394"/>
          <ac:spMkLst>
            <pc:docMk/>
            <pc:sldMk cId="2722187042" sldId="331"/>
            <ac:spMk id="4" creationId="{8487A660-26E6-1CBD-42A6-BE0E5133B6E6}"/>
          </ac:spMkLst>
        </pc:spChg>
        <pc:spChg chg="del">
          <ac:chgData name="Léo Mendes" userId="c74ddf5e-47e1-482b-889e-8c4876fd2cf2" providerId="ADAL" clId="{6BA4C5B1-DD8D-43F1-A1DA-FFE91FCB69B3}" dt="2025-06-15T15:20:16.857" v="7" actId="478"/>
          <ac:spMkLst>
            <pc:docMk/>
            <pc:sldMk cId="2722187042" sldId="331"/>
            <ac:spMk id="7" creationId="{D2EF65B5-58C0-D502-2DA0-D08E74FCE00A}"/>
          </ac:spMkLst>
        </pc:spChg>
        <pc:spChg chg="mod">
          <ac:chgData name="Léo Mendes" userId="c74ddf5e-47e1-482b-889e-8c4876fd2cf2" providerId="ADAL" clId="{6BA4C5B1-DD8D-43F1-A1DA-FFE91FCB69B3}" dt="2025-06-15T15:21:32.223" v="36" actId="313"/>
          <ac:spMkLst>
            <pc:docMk/>
            <pc:sldMk cId="2722187042" sldId="331"/>
            <ac:spMk id="9" creationId="{1811D2F5-D27A-181F-423A-1100E96EDDD2}"/>
          </ac:spMkLst>
        </pc:spChg>
        <pc:spChg chg="del mod">
          <ac:chgData name="Léo Mendes" userId="c74ddf5e-47e1-482b-889e-8c4876fd2cf2" providerId="ADAL" clId="{6BA4C5B1-DD8D-43F1-A1DA-FFE91FCB69B3}" dt="2025-06-15T15:20:14.436" v="6" actId="478"/>
          <ac:spMkLst>
            <pc:docMk/>
            <pc:sldMk cId="2722187042" sldId="331"/>
            <ac:spMk id="11" creationId="{A1321D65-FC4D-93C4-3B79-D1BC94EC840A}"/>
          </ac:spMkLst>
        </pc:spChg>
        <pc:picChg chg="add mod">
          <ac:chgData name="Léo Mendes" userId="c74ddf5e-47e1-482b-889e-8c4876fd2cf2" providerId="ADAL" clId="{6BA4C5B1-DD8D-43F1-A1DA-FFE91FCB69B3}" dt="2025-06-15T19:26:42.739" v="2773" actId="1076"/>
          <ac:picMkLst>
            <pc:docMk/>
            <pc:sldMk cId="2722187042" sldId="331"/>
            <ac:picMk id="10" creationId="{9AF26CBF-910A-1958-846A-4C7556A8AF02}"/>
          </ac:picMkLst>
        </pc:picChg>
      </pc:sldChg>
      <pc:sldChg chg="new del">
        <pc:chgData name="Léo Mendes" userId="c74ddf5e-47e1-482b-889e-8c4876fd2cf2" providerId="ADAL" clId="{6BA4C5B1-DD8D-43F1-A1DA-FFE91FCB69B3}" dt="2025-06-15T15:20:03.135" v="3" actId="47"/>
        <pc:sldMkLst>
          <pc:docMk/>
          <pc:sldMk cId="2964055632" sldId="331"/>
        </pc:sldMkLst>
      </pc:sldChg>
      <pc:sldChg chg="addSp delSp modSp add mod">
        <pc:chgData name="Léo Mendes" userId="c74ddf5e-47e1-482b-889e-8c4876fd2cf2" providerId="ADAL" clId="{6BA4C5B1-DD8D-43F1-A1DA-FFE91FCB69B3}" dt="2025-06-15T19:26:13.942" v="2768" actId="1076"/>
        <pc:sldMkLst>
          <pc:docMk/>
          <pc:sldMk cId="284260053" sldId="332"/>
        </pc:sldMkLst>
        <pc:spChg chg="del">
          <ac:chgData name="Léo Mendes" userId="c74ddf5e-47e1-482b-889e-8c4876fd2cf2" providerId="ADAL" clId="{6BA4C5B1-DD8D-43F1-A1DA-FFE91FCB69B3}" dt="2025-06-15T15:25:36.039" v="82" actId="478"/>
          <ac:spMkLst>
            <pc:docMk/>
            <pc:sldMk cId="284260053" sldId="332"/>
            <ac:spMk id="2" creationId="{01E85A47-5189-3478-476F-BE07DACA208A}"/>
          </ac:spMkLst>
        </pc:spChg>
        <pc:spChg chg="mod">
          <ac:chgData name="Léo Mendes" userId="c74ddf5e-47e1-482b-889e-8c4876fd2cf2" providerId="ADAL" clId="{6BA4C5B1-DD8D-43F1-A1DA-FFE91FCB69B3}" dt="2025-06-15T15:39:52.808" v="205" actId="1076"/>
          <ac:spMkLst>
            <pc:docMk/>
            <pc:sldMk cId="284260053" sldId="332"/>
            <ac:spMk id="3" creationId="{7065B70D-3C03-FC60-25B8-3E7E23A14CFE}"/>
          </ac:spMkLst>
        </pc:spChg>
        <pc:spChg chg="mod">
          <ac:chgData name="Léo Mendes" userId="c74ddf5e-47e1-482b-889e-8c4876fd2cf2" providerId="ADAL" clId="{6BA4C5B1-DD8D-43F1-A1DA-FFE91FCB69B3}" dt="2025-06-15T15:54:35.925" v="396" actId="20577"/>
          <ac:spMkLst>
            <pc:docMk/>
            <pc:sldMk cId="284260053" sldId="332"/>
            <ac:spMk id="4" creationId="{7BB6E2CB-7932-4941-A0F2-0A3DD8DC0133}"/>
          </ac:spMkLst>
        </pc:spChg>
        <pc:picChg chg="add mod modCrop">
          <ac:chgData name="Léo Mendes" userId="c74ddf5e-47e1-482b-889e-8c4876fd2cf2" providerId="ADAL" clId="{6BA4C5B1-DD8D-43F1-A1DA-FFE91FCB69B3}" dt="2025-06-15T15:39:58.433" v="208" actId="1076"/>
          <ac:picMkLst>
            <pc:docMk/>
            <pc:sldMk cId="284260053" sldId="332"/>
            <ac:picMk id="7" creationId="{53BE8998-DB68-89C5-AB9F-7DDC45D5047D}"/>
          </ac:picMkLst>
        </pc:picChg>
        <pc:picChg chg="add mod modCrop">
          <ac:chgData name="Léo Mendes" userId="c74ddf5e-47e1-482b-889e-8c4876fd2cf2" providerId="ADAL" clId="{6BA4C5B1-DD8D-43F1-A1DA-FFE91FCB69B3}" dt="2025-06-15T15:39:56.523" v="207" actId="1076"/>
          <ac:picMkLst>
            <pc:docMk/>
            <pc:sldMk cId="284260053" sldId="332"/>
            <ac:picMk id="8" creationId="{3C411D3B-D942-E6AE-1FFC-52A269CF46B9}"/>
          </ac:picMkLst>
        </pc:picChg>
        <pc:picChg chg="add mod">
          <ac:chgData name="Léo Mendes" userId="c74ddf5e-47e1-482b-889e-8c4876fd2cf2" providerId="ADAL" clId="{6BA4C5B1-DD8D-43F1-A1DA-FFE91FCB69B3}" dt="2025-06-15T19:26:13.942" v="2768" actId="1076"/>
          <ac:picMkLst>
            <pc:docMk/>
            <pc:sldMk cId="284260053" sldId="332"/>
            <ac:picMk id="32" creationId="{6E1D66AF-7903-83A2-F92E-1C4EB6F2063E}"/>
          </ac:picMkLst>
        </pc:picChg>
        <pc:cxnChg chg="add del mod">
          <ac:chgData name="Léo Mendes" userId="c74ddf5e-47e1-482b-889e-8c4876fd2cf2" providerId="ADAL" clId="{6BA4C5B1-DD8D-43F1-A1DA-FFE91FCB69B3}" dt="2025-06-15T15:35:04.706" v="186" actId="478"/>
          <ac:cxnSpMkLst>
            <pc:docMk/>
            <pc:sldMk cId="284260053" sldId="332"/>
            <ac:cxnSpMk id="11" creationId="{F8D83F6D-F38F-6982-FCC0-BDB71981A984}"/>
          </ac:cxnSpMkLst>
        </pc:cxnChg>
        <pc:cxnChg chg="add mod">
          <ac:chgData name="Léo Mendes" userId="c74ddf5e-47e1-482b-889e-8c4876fd2cf2" providerId="ADAL" clId="{6BA4C5B1-DD8D-43F1-A1DA-FFE91FCB69B3}" dt="2025-06-15T15:39:58.433" v="208" actId="1076"/>
          <ac:cxnSpMkLst>
            <pc:docMk/>
            <pc:sldMk cId="284260053" sldId="332"/>
            <ac:cxnSpMk id="14" creationId="{737EF290-047A-51BF-D155-2F08EAF31AAB}"/>
          </ac:cxnSpMkLst>
        </pc:cxnChg>
      </pc:sldChg>
      <pc:sldChg chg="addSp delSp modSp add mod">
        <pc:chgData name="Léo Mendes" userId="c74ddf5e-47e1-482b-889e-8c4876fd2cf2" providerId="ADAL" clId="{6BA4C5B1-DD8D-43F1-A1DA-FFE91FCB69B3}" dt="2025-06-15T19:26:07.055" v="2765" actId="1076"/>
        <pc:sldMkLst>
          <pc:docMk/>
          <pc:sldMk cId="1903069348" sldId="333"/>
        </pc:sldMkLst>
        <pc:spChg chg="mod">
          <ac:chgData name="Léo Mendes" userId="c74ddf5e-47e1-482b-889e-8c4876fd2cf2" providerId="ADAL" clId="{6BA4C5B1-DD8D-43F1-A1DA-FFE91FCB69B3}" dt="2025-06-15T15:50:18.645" v="310" actId="20577"/>
          <ac:spMkLst>
            <pc:docMk/>
            <pc:sldMk cId="1903069348" sldId="333"/>
            <ac:spMk id="3" creationId="{13FB91F0-335B-DEC8-870E-96FB82FF28BB}"/>
          </ac:spMkLst>
        </pc:spChg>
        <pc:spChg chg="mod">
          <ac:chgData name="Léo Mendes" userId="c74ddf5e-47e1-482b-889e-8c4876fd2cf2" providerId="ADAL" clId="{6BA4C5B1-DD8D-43F1-A1DA-FFE91FCB69B3}" dt="2025-06-15T15:54:40.464" v="398" actId="20577"/>
          <ac:spMkLst>
            <pc:docMk/>
            <pc:sldMk cId="1903069348" sldId="333"/>
            <ac:spMk id="4" creationId="{A484CE96-3CAA-C6B5-CAE1-BDFC47BB72C7}"/>
          </ac:spMkLst>
        </pc:spChg>
        <pc:spChg chg="add mod">
          <ac:chgData name="Léo Mendes" userId="c74ddf5e-47e1-482b-889e-8c4876fd2cf2" providerId="ADAL" clId="{6BA4C5B1-DD8D-43F1-A1DA-FFE91FCB69B3}" dt="2025-06-15T15:53:54.799" v="387" actId="20577"/>
          <ac:spMkLst>
            <pc:docMk/>
            <pc:sldMk cId="1903069348" sldId="333"/>
            <ac:spMk id="19" creationId="{AF607A67-C665-CD69-EEDA-BF5B3F410333}"/>
          </ac:spMkLst>
        </pc:spChg>
        <pc:spChg chg="add mod">
          <ac:chgData name="Léo Mendes" userId="c74ddf5e-47e1-482b-889e-8c4876fd2cf2" providerId="ADAL" clId="{6BA4C5B1-DD8D-43F1-A1DA-FFE91FCB69B3}" dt="2025-06-15T15:54:06.259" v="392" actId="1076"/>
          <ac:spMkLst>
            <pc:docMk/>
            <pc:sldMk cId="1903069348" sldId="333"/>
            <ac:spMk id="20" creationId="{D5129DB5-6395-43AC-2DCF-18D6F9B4F32B}"/>
          </ac:spMkLst>
        </pc:spChg>
        <pc:spChg chg="add del mod">
          <ac:chgData name="Léo Mendes" userId="c74ddf5e-47e1-482b-889e-8c4876fd2cf2" providerId="ADAL" clId="{6BA4C5B1-DD8D-43F1-A1DA-FFE91FCB69B3}" dt="2025-06-15T15:52:29.737" v="345" actId="478"/>
          <ac:spMkLst>
            <pc:docMk/>
            <pc:sldMk cId="1903069348" sldId="333"/>
            <ac:spMk id="21" creationId="{942988E3-56BA-B29E-7968-EFC166964572}"/>
          </ac:spMkLst>
        </pc:spChg>
        <pc:picChg chg="add mod modCrop">
          <ac:chgData name="Léo Mendes" userId="c74ddf5e-47e1-482b-889e-8c4876fd2cf2" providerId="ADAL" clId="{6BA4C5B1-DD8D-43F1-A1DA-FFE91FCB69B3}" dt="2025-06-15T15:48:52.188" v="271" actId="1076"/>
          <ac:picMkLst>
            <pc:docMk/>
            <pc:sldMk cId="1903069348" sldId="333"/>
            <ac:picMk id="2" creationId="{8E630DAA-45D4-E063-2651-B506B1216A0C}"/>
          </ac:picMkLst>
        </pc:picChg>
        <pc:picChg chg="del">
          <ac:chgData name="Léo Mendes" userId="c74ddf5e-47e1-482b-889e-8c4876fd2cf2" providerId="ADAL" clId="{6BA4C5B1-DD8D-43F1-A1DA-FFE91FCB69B3}" dt="2025-06-15T15:40:29.482" v="211" actId="478"/>
          <ac:picMkLst>
            <pc:docMk/>
            <pc:sldMk cId="1903069348" sldId="333"/>
            <ac:picMk id="7" creationId="{79AD09D8-8C40-9184-D0B7-BF396C19A18B}"/>
          </ac:picMkLst>
        </pc:picChg>
        <pc:picChg chg="del">
          <ac:chgData name="Léo Mendes" userId="c74ddf5e-47e1-482b-889e-8c4876fd2cf2" providerId="ADAL" clId="{6BA4C5B1-DD8D-43F1-A1DA-FFE91FCB69B3}" dt="2025-06-15T15:40:29.482" v="211" actId="478"/>
          <ac:picMkLst>
            <pc:docMk/>
            <pc:sldMk cId="1903069348" sldId="333"/>
            <ac:picMk id="8" creationId="{EECF8EE7-28AC-D932-AE1C-D40024C6165C}"/>
          </ac:picMkLst>
        </pc:picChg>
        <pc:picChg chg="add del mod">
          <ac:chgData name="Léo Mendes" userId="c74ddf5e-47e1-482b-889e-8c4876fd2cf2" providerId="ADAL" clId="{6BA4C5B1-DD8D-43F1-A1DA-FFE91FCB69B3}" dt="2025-06-15T15:49:39.659" v="278" actId="478"/>
          <ac:picMkLst>
            <pc:docMk/>
            <pc:sldMk cId="1903069348" sldId="333"/>
            <ac:picMk id="10" creationId="{B7E90E4E-AB34-AB88-2FA7-13F502214A65}"/>
          </ac:picMkLst>
        </pc:picChg>
        <pc:picChg chg="add mod modCrop">
          <ac:chgData name="Léo Mendes" userId="c74ddf5e-47e1-482b-889e-8c4876fd2cf2" providerId="ADAL" clId="{6BA4C5B1-DD8D-43F1-A1DA-FFE91FCB69B3}" dt="2025-06-15T15:48:55.989" v="272" actId="1076"/>
          <ac:picMkLst>
            <pc:docMk/>
            <pc:sldMk cId="1903069348" sldId="333"/>
            <ac:picMk id="11" creationId="{65B25B6D-C16D-F958-F980-3E1B02C4C622}"/>
          </ac:picMkLst>
        </pc:picChg>
        <pc:picChg chg="add mod">
          <ac:chgData name="Léo Mendes" userId="c74ddf5e-47e1-482b-889e-8c4876fd2cf2" providerId="ADAL" clId="{6BA4C5B1-DD8D-43F1-A1DA-FFE91FCB69B3}" dt="2025-06-15T15:52:59.788" v="371" actId="14100"/>
          <ac:picMkLst>
            <pc:docMk/>
            <pc:sldMk cId="1903069348" sldId="333"/>
            <ac:picMk id="18" creationId="{C796810A-142D-1C36-5B52-42FF0F9AB7FB}"/>
          </ac:picMkLst>
        </pc:picChg>
        <pc:picChg chg="add mod">
          <ac:chgData name="Léo Mendes" userId="c74ddf5e-47e1-482b-889e-8c4876fd2cf2" providerId="ADAL" clId="{6BA4C5B1-DD8D-43F1-A1DA-FFE91FCB69B3}" dt="2025-06-15T19:26:07.055" v="2765" actId="1076"/>
          <ac:picMkLst>
            <pc:docMk/>
            <pc:sldMk cId="1903069348" sldId="333"/>
            <ac:picMk id="30" creationId="{003E677A-8344-FD21-4570-CAC6F5C237D4}"/>
          </ac:picMkLst>
        </pc:picChg>
        <pc:cxnChg chg="add mod">
          <ac:chgData name="Léo Mendes" userId="c74ddf5e-47e1-482b-889e-8c4876fd2cf2" providerId="ADAL" clId="{6BA4C5B1-DD8D-43F1-A1DA-FFE91FCB69B3}" dt="2025-06-15T15:49:34.738" v="277" actId="14100"/>
          <ac:cxnSpMkLst>
            <pc:docMk/>
            <pc:sldMk cId="1903069348" sldId="333"/>
            <ac:cxnSpMk id="13" creationId="{1D91495B-F0E5-2F18-E290-7B0057045B9B}"/>
          </ac:cxnSpMkLst>
        </pc:cxnChg>
        <pc:cxnChg chg="del mod">
          <ac:chgData name="Léo Mendes" userId="c74ddf5e-47e1-482b-889e-8c4876fd2cf2" providerId="ADAL" clId="{6BA4C5B1-DD8D-43F1-A1DA-FFE91FCB69B3}" dt="2025-06-15T15:40:26.466" v="210" actId="478"/>
          <ac:cxnSpMkLst>
            <pc:docMk/>
            <pc:sldMk cId="1903069348" sldId="333"/>
            <ac:cxnSpMk id="14" creationId="{C6F702B9-A1C3-AE07-85AF-10E675A05432}"/>
          </ac:cxnSpMkLst>
        </pc:cxnChg>
        <pc:cxnChg chg="add mod">
          <ac:chgData name="Léo Mendes" userId="c74ddf5e-47e1-482b-889e-8c4876fd2cf2" providerId="ADAL" clId="{6BA4C5B1-DD8D-43F1-A1DA-FFE91FCB69B3}" dt="2025-06-15T15:53:35.012" v="380" actId="13822"/>
          <ac:cxnSpMkLst>
            <pc:docMk/>
            <pc:sldMk cId="1903069348" sldId="333"/>
            <ac:cxnSpMk id="23" creationId="{B65F5EFA-B30A-9CB0-A45D-0238DE001F6C}"/>
          </ac:cxnSpMkLst>
        </pc:cxnChg>
        <pc:cxnChg chg="add mod">
          <ac:chgData name="Léo Mendes" userId="c74ddf5e-47e1-482b-889e-8c4876fd2cf2" providerId="ADAL" clId="{6BA4C5B1-DD8D-43F1-A1DA-FFE91FCB69B3}" dt="2025-06-15T15:53:35.012" v="380" actId="13822"/>
          <ac:cxnSpMkLst>
            <pc:docMk/>
            <pc:sldMk cId="1903069348" sldId="333"/>
            <ac:cxnSpMk id="24" creationId="{63DBD95B-3156-6936-F0D4-0D14E7460033}"/>
          </ac:cxnSpMkLst>
        </pc:cxnChg>
      </pc:sldChg>
      <pc:sldChg chg="addSp delSp modSp add mod">
        <pc:chgData name="Léo Mendes" userId="c74ddf5e-47e1-482b-889e-8c4876fd2cf2" providerId="ADAL" clId="{6BA4C5B1-DD8D-43F1-A1DA-FFE91FCB69B3}" dt="2025-06-15T19:25:01.555" v="2750" actId="1076"/>
        <pc:sldMkLst>
          <pc:docMk/>
          <pc:sldMk cId="2812582444" sldId="334"/>
        </pc:sldMkLst>
        <pc:spChg chg="mod">
          <ac:chgData name="Léo Mendes" userId="c74ddf5e-47e1-482b-889e-8c4876fd2cf2" providerId="ADAL" clId="{6BA4C5B1-DD8D-43F1-A1DA-FFE91FCB69B3}" dt="2025-06-15T16:13:40.592" v="410" actId="1076"/>
          <ac:spMkLst>
            <pc:docMk/>
            <pc:sldMk cId="2812582444" sldId="334"/>
            <ac:spMk id="3" creationId="{8E81C924-11C8-063D-B858-ED62D67809E4}"/>
          </ac:spMkLst>
        </pc:spChg>
        <pc:spChg chg="add mod">
          <ac:chgData name="Léo Mendes" userId="c74ddf5e-47e1-482b-889e-8c4876fd2cf2" providerId="ADAL" clId="{6BA4C5B1-DD8D-43F1-A1DA-FFE91FCB69B3}" dt="2025-06-15T19:08:25.042" v="1343" actId="1076"/>
          <ac:spMkLst>
            <pc:docMk/>
            <pc:sldMk cId="2812582444" sldId="334"/>
            <ac:spMk id="7" creationId="{8A68A16F-4438-69F1-7A45-382C3A2371D4}"/>
          </ac:spMkLst>
        </pc:spChg>
        <pc:spChg chg="add">
          <ac:chgData name="Léo Mendes" userId="c74ddf5e-47e1-482b-889e-8c4876fd2cf2" providerId="ADAL" clId="{6BA4C5B1-DD8D-43F1-A1DA-FFE91FCB69B3}" dt="2025-06-15T16:18:33.272" v="482"/>
          <ac:spMkLst>
            <pc:docMk/>
            <pc:sldMk cId="2812582444" sldId="334"/>
            <ac:spMk id="8" creationId="{084799C2-F3BA-EB95-92C8-455E295E89C6}"/>
          </ac:spMkLst>
        </pc:spChg>
        <pc:spChg chg="add mod">
          <ac:chgData name="Léo Mendes" userId="c74ddf5e-47e1-482b-889e-8c4876fd2cf2" providerId="ADAL" clId="{6BA4C5B1-DD8D-43F1-A1DA-FFE91FCB69B3}" dt="2025-06-15T19:08:28.981" v="1344" actId="1076"/>
          <ac:spMkLst>
            <pc:docMk/>
            <pc:sldMk cId="2812582444" sldId="334"/>
            <ac:spMk id="10" creationId="{4209B5FC-BF58-A03F-9188-F5DC12165729}"/>
          </ac:spMkLst>
        </pc:spChg>
        <pc:spChg chg="add del mod">
          <ac:chgData name="Léo Mendes" userId="c74ddf5e-47e1-482b-889e-8c4876fd2cf2" providerId="ADAL" clId="{6BA4C5B1-DD8D-43F1-A1DA-FFE91FCB69B3}" dt="2025-06-15T16:20:16.836" v="556" actId="478"/>
          <ac:spMkLst>
            <pc:docMk/>
            <pc:sldMk cId="2812582444" sldId="334"/>
            <ac:spMk id="12" creationId="{0C3769B4-54D0-43ED-6667-02B7D46E25BE}"/>
          </ac:spMkLst>
        </pc:spChg>
        <pc:spChg chg="del">
          <ac:chgData name="Léo Mendes" userId="c74ddf5e-47e1-482b-889e-8c4876fd2cf2" providerId="ADAL" clId="{6BA4C5B1-DD8D-43F1-A1DA-FFE91FCB69B3}" dt="2025-06-15T16:12:40.755" v="400" actId="478"/>
          <ac:spMkLst>
            <pc:docMk/>
            <pc:sldMk cId="2812582444" sldId="334"/>
            <ac:spMk id="19" creationId="{542B2FB8-7738-AF29-E903-CB7E87F9324F}"/>
          </ac:spMkLst>
        </pc:spChg>
        <pc:spChg chg="del">
          <ac:chgData name="Léo Mendes" userId="c74ddf5e-47e1-482b-889e-8c4876fd2cf2" providerId="ADAL" clId="{6BA4C5B1-DD8D-43F1-A1DA-FFE91FCB69B3}" dt="2025-06-15T16:12:46.978" v="402" actId="478"/>
          <ac:spMkLst>
            <pc:docMk/>
            <pc:sldMk cId="2812582444" sldId="334"/>
            <ac:spMk id="20" creationId="{BB6832D7-14DE-EB9D-9D0D-984E017BE8E3}"/>
          </ac:spMkLst>
        </pc:spChg>
        <pc:picChg chg="del">
          <ac:chgData name="Léo Mendes" userId="c74ddf5e-47e1-482b-889e-8c4876fd2cf2" providerId="ADAL" clId="{6BA4C5B1-DD8D-43F1-A1DA-FFE91FCB69B3}" dt="2025-06-15T16:12:40.755" v="400" actId="478"/>
          <ac:picMkLst>
            <pc:docMk/>
            <pc:sldMk cId="2812582444" sldId="334"/>
            <ac:picMk id="2" creationId="{AC7B9797-1E35-6230-A7A9-8D9564089C99}"/>
          </ac:picMkLst>
        </pc:picChg>
        <pc:picChg chg="del">
          <ac:chgData name="Léo Mendes" userId="c74ddf5e-47e1-482b-889e-8c4876fd2cf2" providerId="ADAL" clId="{6BA4C5B1-DD8D-43F1-A1DA-FFE91FCB69B3}" dt="2025-06-15T16:12:43.346" v="401" actId="478"/>
          <ac:picMkLst>
            <pc:docMk/>
            <pc:sldMk cId="2812582444" sldId="334"/>
            <ac:picMk id="11" creationId="{7CDA389A-1403-BCB2-1C2C-42CFF88F4B3D}"/>
          </ac:picMkLst>
        </pc:picChg>
        <pc:picChg chg="add mod">
          <ac:chgData name="Léo Mendes" userId="c74ddf5e-47e1-482b-889e-8c4876fd2cf2" providerId="ADAL" clId="{6BA4C5B1-DD8D-43F1-A1DA-FFE91FCB69B3}" dt="2025-06-15T19:25:01.555" v="2750" actId="1076"/>
          <ac:picMkLst>
            <pc:docMk/>
            <pc:sldMk cId="2812582444" sldId="334"/>
            <ac:picMk id="15" creationId="{32E5D0A8-9B56-BD34-C8B4-E4DD608FE59F}"/>
          </ac:picMkLst>
        </pc:picChg>
        <pc:picChg chg="del">
          <ac:chgData name="Léo Mendes" userId="c74ddf5e-47e1-482b-889e-8c4876fd2cf2" providerId="ADAL" clId="{6BA4C5B1-DD8D-43F1-A1DA-FFE91FCB69B3}" dt="2025-06-15T16:12:40.755" v="400" actId="478"/>
          <ac:picMkLst>
            <pc:docMk/>
            <pc:sldMk cId="2812582444" sldId="334"/>
            <ac:picMk id="18" creationId="{9AB5F318-F7F7-0599-1F1B-FDCBC51206CB}"/>
          </ac:picMkLst>
        </pc:picChg>
        <pc:cxnChg chg="del mod">
          <ac:chgData name="Léo Mendes" userId="c74ddf5e-47e1-482b-889e-8c4876fd2cf2" providerId="ADAL" clId="{6BA4C5B1-DD8D-43F1-A1DA-FFE91FCB69B3}" dt="2025-06-15T16:12:40.755" v="400" actId="478"/>
          <ac:cxnSpMkLst>
            <pc:docMk/>
            <pc:sldMk cId="2812582444" sldId="334"/>
            <ac:cxnSpMk id="13" creationId="{90C61340-1346-0E8E-DA13-9CA547698FEC}"/>
          </ac:cxnSpMkLst>
        </pc:cxnChg>
        <pc:cxnChg chg="del">
          <ac:chgData name="Léo Mendes" userId="c74ddf5e-47e1-482b-889e-8c4876fd2cf2" providerId="ADAL" clId="{6BA4C5B1-DD8D-43F1-A1DA-FFE91FCB69B3}" dt="2025-06-15T16:12:40.755" v="400" actId="478"/>
          <ac:cxnSpMkLst>
            <pc:docMk/>
            <pc:sldMk cId="2812582444" sldId="334"/>
            <ac:cxnSpMk id="23" creationId="{D7BC9B4E-FB60-C303-53F8-3B4A77CFC6E1}"/>
          </ac:cxnSpMkLst>
        </pc:cxnChg>
        <pc:cxnChg chg="del">
          <ac:chgData name="Léo Mendes" userId="c74ddf5e-47e1-482b-889e-8c4876fd2cf2" providerId="ADAL" clId="{6BA4C5B1-DD8D-43F1-A1DA-FFE91FCB69B3}" dt="2025-06-15T16:12:40.755" v="400" actId="478"/>
          <ac:cxnSpMkLst>
            <pc:docMk/>
            <pc:sldMk cId="2812582444" sldId="334"/>
            <ac:cxnSpMk id="24" creationId="{A88A2FCF-CA7D-83EB-CDE7-93E8E5083028}"/>
          </ac:cxnSpMkLst>
        </pc:cxnChg>
      </pc:sldChg>
      <pc:sldChg chg="addSp delSp modSp add mod">
        <pc:chgData name="Léo Mendes" userId="c74ddf5e-47e1-482b-889e-8c4876fd2cf2" providerId="ADAL" clId="{6BA4C5B1-DD8D-43F1-A1DA-FFE91FCB69B3}" dt="2025-06-15T19:23:42.829" v="2743" actId="1076"/>
        <pc:sldMkLst>
          <pc:docMk/>
          <pc:sldMk cId="3037985279" sldId="335"/>
        </pc:sldMkLst>
        <pc:spChg chg="mod">
          <ac:chgData name="Léo Mendes" userId="c74ddf5e-47e1-482b-889e-8c4876fd2cf2" providerId="ADAL" clId="{6BA4C5B1-DD8D-43F1-A1DA-FFE91FCB69B3}" dt="2025-06-15T16:32:34.425" v="826" actId="1076"/>
          <ac:spMkLst>
            <pc:docMk/>
            <pc:sldMk cId="3037985279" sldId="335"/>
            <ac:spMk id="3" creationId="{B57D19D4-C95E-B1EB-5B90-395EE042C159}"/>
          </ac:spMkLst>
        </pc:spChg>
        <pc:spChg chg="mod">
          <ac:chgData name="Léo Mendes" userId="c74ddf5e-47e1-482b-889e-8c4876fd2cf2" providerId="ADAL" clId="{6BA4C5B1-DD8D-43F1-A1DA-FFE91FCB69B3}" dt="2025-06-15T16:30:36.178" v="807" actId="1076"/>
          <ac:spMkLst>
            <pc:docMk/>
            <pc:sldMk cId="3037985279" sldId="335"/>
            <ac:spMk id="7" creationId="{55DFA319-B92A-B679-8566-AADAE1D21785}"/>
          </ac:spMkLst>
        </pc:spChg>
        <pc:spChg chg="mod">
          <ac:chgData name="Léo Mendes" userId="c74ddf5e-47e1-482b-889e-8c4876fd2cf2" providerId="ADAL" clId="{6BA4C5B1-DD8D-43F1-A1DA-FFE91FCB69B3}" dt="2025-06-15T16:32:29.314" v="825" actId="1076"/>
          <ac:spMkLst>
            <pc:docMk/>
            <pc:sldMk cId="3037985279" sldId="335"/>
            <ac:spMk id="9" creationId="{E290F438-A35F-D287-0939-2C07E8A593B6}"/>
          </ac:spMkLst>
        </pc:spChg>
        <pc:spChg chg="del">
          <ac:chgData name="Léo Mendes" userId="c74ddf5e-47e1-482b-889e-8c4876fd2cf2" providerId="ADAL" clId="{6BA4C5B1-DD8D-43F1-A1DA-FFE91FCB69B3}" dt="2025-06-15T16:21:13.023" v="578" actId="478"/>
          <ac:spMkLst>
            <pc:docMk/>
            <pc:sldMk cId="3037985279" sldId="335"/>
            <ac:spMk id="10" creationId="{B731198E-683F-FA21-0575-C88775E4B59D}"/>
          </ac:spMkLst>
        </pc:spChg>
        <pc:spChg chg="add mod">
          <ac:chgData name="Léo Mendes" userId="c74ddf5e-47e1-482b-889e-8c4876fd2cf2" providerId="ADAL" clId="{6BA4C5B1-DD8D-43F1-A1DA-FFE91FCB69B3}" dt="2025-06-15T19:09:02.419" v="1369" actId="1038"/>
          <ac:spMkLst>
            <pc:docMk/>
            <pc:sldMk cId="3037985279" sldId="335"/>
            <ac:spMk id="13" creationId="{234A9D9A-3FD1-A656-6B07-737958FAD85B}"/>
          </ac:spMkLst>
        </pc:spChg>
        <pc:picChg chg="add mod">
          <ac:chgData name="Léo Mendes" userId="c74ddf5e-47e1-482b-889e-8c4876fd2cf2" providerId="ADAL" clId="{6BA4C5B1-DD8D-43F1-A1DA-FFE91FCB69B3}" dt="2025-06-15T19:08:58.415" v="1355" actId="1076"/>
          <ac:picMkLst>
            <pc:docMk/>
            <pc:sldMk cId="3037985279" sldId="335"/>
            <ac:picMk id="8" creationId="{C6C4CB51-4F38-CDDE-0B40-0141094C84AF}"/>
          </ac:picMkLst>
        </pc:picChg>
        <pc:picChg chg="add mod">
          <ac:chgData name="Léo Mendes" userId="c74ddf5e-47e1-482b-889e-8c4876fd2cf2" providerId="ADAL" clId="{6BA4C5B1-DD8D-43F1-A1DA-FFE91FCB69B3}" dt="2025-06-15T19:09:03.402" v="1370" actId="1076"/>
          <ac:picMkLst>
            <pc:docMk/>
            <pc:sldMk cId="3037985279" sldId="335"/>
            <ac:picMk id="12" creationId="{9FE9D008-AD90-1CE9-7F51-A1F674656625}"/>
          </ac:picMkLst>
        </pc:picChg>
        <pc:picChg chg="add mod">
          <ac:chgData name="Léo Mendes" userId="c74ddf5e-47e1-482b-889e-8c4876fd2cf2" providerId="ADAL" clId="{6BA4C5B1-DD8D-43F1-A1DA-FFE91FCB69B3}" dt="2025-06-15T19:23:42.829" v="2743" actId="1076"/>
          <ac:picMkLst>
            <pc:docMk/>
            <pc:sldMk cId="3037985279" sldId="335"/>
            <ac:picMk id="20" creationId="{EB076EF6-9F96-539B-C8E3-3DFAFBF67D10}"/>
          </ac:picMkLst>
        </pc:picChg>
        <pc:cxnChg chg="add mod">
          <ac:chgData name="Léo Mendes" userId="c74ddf5e-47e1-482b-889e-8c4876fd2cf2" providerId="ADAL" clId="{6BA4C5B1-DD8D-43F1-A1DA-FFE91FCB69B3}" dt="2025-06-15T16:32:10.998" v="823" actId="13822"/>
          <ac:cxnSpMkLst>
            <pc:docMk/>
            <pc:sldMk cId="3037985279" sldId="335"/>
            <ac:cxnSpMk id="15" creationId="{55E63BA2-F9C3-86FF-D59B-3FFA950017E6}"/>
          </ac:cxnSpMkLst>
        </pc:cxnChg>
        <pc:cxnChg chg="add mod">
          <ac:chgData name="Léo Mendes" userId="c74ddf5e-47e1-482b-889e-8c4876fd2cf2" providerId="ADAL" clId="{6BA4C5B1-DD8D-43F1-A1DA-FFE91FCB69B3}" dt="2025-06-15T16:32:07.641" v="822" actId="13822"/>
          <ac:cxnSpMkLst>
            <pc:docMk/>
            <pc:sldMk cId="3037985279" sldId="335"/>
            <ac:cxnSpMk id="17" creationId="{4FCE7ED6-A36B-7222-3BFF-F52623FB0A34}"/>
          </ac:cxnSpMkLst>
        </pc:cxnChg>
      </pc:sldChg>
      <pc:sldChg chg="new del">
        <pc:chgData name="Léo Mendes" userId="c74ddf5e-47e1-482b-889e-8c4876fd2cf2" providerId="ADAL" clId="{6BA4C5B1-DD8D-43F1-A1DA-FFE91FCB69B3}" dt="2025-06-15T16:20:50.154" v="560" actId="47"/>
        <pc:sldMkLst>
          <pc:docMk/>
          <pc:sldMk cId="4117692111" sldId="335"/>
        </pc:sldMkLst>
      </pc:sldChg>
      <pc:sldChg chg="addSp delSp modSp add mod">
        <pc:chgData name="Léo Mendes" userId="c74ddf5e-47e1-482b-889e-8c4876fd2cf2" providerId="ADAL" clId="{6BA4C5B1-DD8D-43F1-A1DA-FFE91FCB69B3}" dt="2025-06-15T19:27:13.479" v="2777" actId="1076"/>
        <pc:sldMkLst>
          <pc:docMk/>
          <pc:sldMk cId="1811141838" sldId="336"/>
        </pc:sldMkLst>
        <pc:spChg chg="mod">
          <ac:chgData name="Léo Mendes" userId="c74ddf5e-47e1-482b-889e-8c4876fd2cf2" providerId="ADAL" clId="{6BA4C5B1-DD8D-43F1-A1DA-FFE91FCB69B3}" dt="2025-06-15T19:27:11.543" v="2776" actId="1076"/>
          <ac:spMkLst>
            <pc:docMk/>
            <pc:sldMk cId="1811141838" sldId="336"/>
            <ac:spMk id="3" creationId="{238AC720-D679-95DF-FD7B-6A21BFD6867B}"/>
          </ac:spMkLst>
        </pc:spChg>
        <pc:spChg chg="mod">
          <ac:chgData name="Léo Mendes" userId="c74ddf5e-47e1-482b-889e-8c4876fd2cf2" providerId="ADAL" clId="{6BA4C5B1-DD8D-43F1-A1DA-FFE91FCB69B3}" dt="2025-06-15T16:53:34.673" v="833" actId="20577"/>
          <ac:spMkLst>
            <pc:docMk/>
            <pc:sldMk cId="1811141838" sldId="336"/>
            <ac:spMk id="7" creationId="{876B6DB6-C9A0-C195-1EEC-BAA6A8A99827}"/>
          </ac:spMkLst>
        </pc:spChg>
        <pc:spChg chg="del">
          <ac:chgData name="Léo Mendes" userId="c74ddf5e-47e1-482b-889e-8c4876fd2cf2" providerId="ADAL" clId="{6BA4C5B1-DD8D-43F1-A1DA-FFE91FCB69B3}" dt="2025-06-15T16:55:25.297" v="887" actId="478"/>
          <ac:spMkLst>
            <pc:docMk/>
            <pc:sldMk cId="1811141838" sldId="336"/>
            <ac:spMk id="9" creationId="{7422D5E0-8381-2EEB-4AC1-0ED0F2A95AD2}"/>
          </ac:spMkLst>
        </pc:spChg>
        <pc:spChg chg="del">
          <ac:chgData name="Léo Mendes" userId="c74ddf5e-47e1-482b-889e-8c4876fd2cf2" providerId="ADAL" clId="{6BA4C5B1-DD8D-43F1-A1DA-FFE91FCB69B3}" dt="2025-06-15T16:53:31.359" v="832" actId="478"/>
          <ac:spMkLst>
            <pc:docMk/>
            <pc:sldMk cId="1811141838" sldId="336"/>
            <ac:spMk id="13" creationId="{989AB430-C004-8CC1-321E-47EC2D6ED685}"/>
          </ac:spMkLst>
        </pc:spChg>
        <pc:spChg chg="add del mod">
          <ac:chgData name="Léo Mendes" userId="c74ddf5e-47e1-482b-889e-8c4876fd2cf2" providerId="ADAL" clId="{6BA4C5B1-DD8D-43F1-A1DA-FFE91FCB69B3}" dt="2025-06-15T16:55:30.362" v="888" actId="478"/>
          <ac:spMkLst>
            <pc:docMk/>
            <pc:sldMk cId="1811141838" sldId="336"/>
            <ac:spMk id="14" creationId="{BB1336C4-5365-41AE-2EA6-C781D47C04EC}"/>
          </ac:spMkLst>
        </pc:spChg>
        <pc:picChg chg="del">
          <ac:chgData name="Léo Mendes" userId="c74ddf5e-47e1-482b-889e-8c4876fd2cf2" providerId="ADAL" clId="{6BA4C5B1-DD8D-43F1-A1DA-FFE91FCB69B3}" dt="2025-06-15T16:53:27.290" v="831" actId="478"/>
          <ac:picMkLst>
            <pc:docMk/>
            <pc:sldMk cId="1811141838" sldId="336"/>
            <ac:picMk id="8" creationId="{14557A8C-5616-7426-3CC3-CB54F9A08435}"/>
          </ac:picMkLst>
        </pc:picChg>
        <pc:picChg chg="add mod">
          <ac:chgData name="Léo Mendes" userId="c74ddf5e-47e1-482b-889e-8c4876fd2cf2" providerId="ADAL" clId="{6BA4C5B1-DD8D-43F1-A1DA-FFE91FCB69B3}" dt="2025-06-15T19:27:13.479" v="2777" actId="1076"/>
          <ac:picMkLst>
            <pc:docMk/>
            <pc:sldMk cId="1811141838" sldId="336"/>
            <ac:picMk id="10" creationId="{25749E8E-E9EF-41D7-2619-2CB3499E2411}"/>
          </ac:picMkLst>
        </pc:picChg>
        <pc:picChg chg="del">
          <ac:chgData name="Léo Mendes" userId="c74ddf5e-47e1-482b-889e-8c4876fd2cf2" providerId="ADAL" clId="{6BA4C5B1-DD8D-43F1-A1DA-FFE91FCB69B3}" dt="2025-06-15T16:53:27.290" v="831" actId="478"/>
          <ac:picMkLst>
            <pc:docMk/>
            <pc:sldMk cId="1811141838" sldId="336"/>
            <ac:picMk id="12" creationId="{24A74707-4D2D-6124-FD8B-CEE2D2131EFD}"/>
          </ac:picMkLst>
        </pc:picChg>
        <pc:cxnChg chg="del">
          <ac:chgData name="Léo Mendes" userId="c74ddf5e-47e1-482b-889e-8c4876fd2cf2" providerId="ADAL" clId="{6BA4C5B1-DD8D-43F1-A1DA-FFE91FCB69B3}" dt="2025-06-15T16:53:27.290" v="831" actId="478"/>
          <ac:cxnSpMkLst>
            <pc:docMk/>
            <pc:sldMk cId="1811141838" sldId="336"/>
            <ac:cxnSpMk id="15" creationId="{D7684DF8-45CF-D119-8D29-D3690CD8C67A}"/>
          </ac:cxnSpMkLst>
        </pc:cxnChg>
        <pc:cxnChg chg="del">
          <ac:chgData name="Léo Mendes" userId="c74ddf5e-47e1-482b-889e-8c4876fd2cf2" providerId="ADAL" clId="{6BA4C5B1-DD8D-43F1-A1DA-FFE91FCB69B3}" dt="2025-06-15T16:53:27.290" v="831" actId="478"/>
          <ac:cxnSpMkLst>
            <pc:docMk/>
            <pc:sldMk cId="1811141838" sldId="336"/>
            <ac:cxnSpMk id="17" creationId="{2A0A13A9-C9F2-A50F-1C32-7CC44B6F03FE}"/>
          </ac:cxnSpMkLst>
        </pc:cxnChg>
      </pc:sldChg>
      <pc:sldChg chg="addSp delSp modSp add mod ord">
        <pc:chgData name="Léo Mendes" userId="c74ddf5e-47e1-482b-889e-8c4876fd2cf2" providerId="ADAL" clId="{6BA4C5B1-DD8D-43F1-A1DA-FFE91FCB69B3}" dt="2025-06-15T19:27:19.219" v="2780"/>
        <pc:sldMkLst>
          <pc:docMk/>
          <pc:sldMk cId="2168029582" sldId="337"/>
        </pc:sldMkLst>
        <pc:spChg chg="mod">
          <ac:chgData name="Léo Mendes" userId="c74ddf5e-47e1-482b-889e-8c4876fd2cf2" providerId="ADAL" clId="{6BA4C5B1-DD8D-43F1-A1DA-FFE91FCB69B3}" dt="2025-06-15T19:27:17.646" v="2778" actId="1076"/>
          <ac:spMkLst>
            <pc:docMk/>
            <pc:sldMk cId="2168029582" sldId="337"/>
            <ac:spMk id="3" creationId="{A5CDBF3C-992C-A63B-815A-5155E77F2203}"/>
          </ac:spMkLst>
        </pc:spChg>
        <pc:spChg chg="del mod">
          <ac:chgData name="Léo Mendes" userId="c74ddf5e-47e1-482b-889e-8c4876fd2cf2" providerId="ADAL" clId="{6BA4C5B1-DD8D-43F1-A1DA-FFE91FCB69B3}" dt="2025-06-15T16:55:21.265" v="886" actId="478"/>
          <ac:spMkLst>
            <pc:docMk/>
            <pc:sldMk cId="2168029582" sldId="337"/>
            <ac:spMk id="9" creationId="{CBC2C1D6-0C09-C606-5FD2-6E83871623E0}"/>
          </ac:spMkLst>
        </pc:spChg>
        <pc:picChg chg="add mod">
          <ac:chgData name="Léo Mendes" userId="c74ddf5e-47e1-482b-889e-8c4876fd2cf2" providerId="ADAL" clId="{6BA4C5B1-DD8D-43F1-A1DA-FFE91FCB69B3}" dt="2025-06-15T16:56:31.927" v="925" actId="1076"/>
          <ac:picMkLst>
            <pc:docMk/>
            <pc:sldMk cId="2168029582" sldId="337"/>
            <ac:picMk id="8" creationId="{FCB9147B-ED78-7614-4BFB-FEBE9E610044}"/>
          </ac:picMkLst>
        </pc:picChg>
        <pc:picChg chg="del">
          <ac:chgData name="Léo Mendes" userId="c74ddf5e-47e1-482b-889e-8c4876fd2cf2" providerId="ADAL" clId="{6BA4C5B1-DD8D-43F1-A1DA-FFE91FCB69B3}" dt="2025-06-15T16:56:25.753" v="923" actId="478"/>
          <ac:picMkLst>
            <pc:docMk/>
            <pc:sldMk cId="2168029582" sldId="337"/>
            <ac:picMk id="10" creationId="{654033AD-2E7F-7861-A83C-FAE4F77B73C4}"/>
          </ac:picMkLst>
        </pc:picChg>
      </pc:sldChg>
      <pc:sldChg chg="new del">
        <pc:chgData name="Léo Mendes" userId="c74ddf5e-47e1-482b-889e-8c4876fd2cf2" providerId="ADAL" clId="{6BA4C5B1-DD8D-43F1-A1DA-FFE91FCB69B3}" dt="2025-06-15T16:55:11.081" v="883" actId="2696"/>
        <pc:sldMkLst>
          <pc:docMk/>
          <pc:sldMk cId="4150923034" sldId="337"/>
        </pc:sldMkLst>
      </pc:sldChg>
      <pc:sldChg chg="addSp delSp modSp new mod modTransition">
        <pc:chgData name="Léo Mendes" userId="c74ddf5e-47e1-482b-889e-8c4876fd2cf2" providerId="ADAL" clId="{6BA4C5B1-DD8D-43F1-A1DA-FFE91FCB69B3}" dt="2025-06-15T19:28:58.550" v="2802" actId="27636"/>
        <pc:sldMkLst>
          <pc:docMk/>
          <pc:sldMk cId="312304816" sldId="338"/>
        </pc:sldMkLst>
        <pc:spChg chg="mod">
          <ac:chgData name="Léo Mendes" userId="c74ddf5e-47e1-482b-889e-8c4876fd2cf2" providerId="ADAL" clId="{6BA4C5B1-DD8D-43F1-A1DA-FFE91FCB69B3}" dt="2025-06-15T19:26:55.050" v="2775" actId="1076"/>
          <ac:spMkLst>
            <pc:docMk/>
            <pc:sldMk cId="312304816" sldId="338"/>
            <ac:spMk id="2" creationId="{C226EB74-E19E-8EC9-189D-3C96181E06D5}"/>
          </ac:spMkLst>
        </pc:spChg>
        <pc:spChg chg="del mod">
          <ac:chgData name="Léo Mendes" userId="c74ddf5e-47e1-482b-889e-8c4876fd2cf2" providerId="ADAL" clId="{6BA4C5B1-DD8D-43F1-A1DA-FFE91FCB69B3}" dt="2025-06-15T17:50:25.006" v="1038" actId="478"/>
          <ac:spMkLst>
            <pc:docMk/>
            <pc:sldMk cId="312304816" sldId="338"/>
            <ac:spMk id="3" creationId="{71487E57-A720-7EA6-1203-7BC2C9B0C335}"/>
          </ac:spMkLst>
        </pc:spChg>
        <pc:spChg chg="mod">
          <ac:chgData name="Léo Mendes" userId="c74ddf5e-47e1-482b-889e-8c4876fd2cf2" providerId="ADAL" clId="{6BA4C5B1-DD8D-43F1-A1DA-FFE91FCB69B3}" dt="2025-06-15T19:28:58.550" v="2802" actId="27636"/>
          <ac:spMkLst>
            <pc:docMk/>
            <pc:sldMk cId="312304816" sldId="338"/>
            <ac:spMk id="4" creationId="{952FD4E1-48B2-86F5-A663-EFBAF2A88890}"/>
          </ac:spMkLst>
        </pc:spChg>
        <pc:spChg chg="add mod">
          <ac:chgData name="Léo Mendes" userId="c74ddf5e-47e1-482b-889e-8c4876fd2cf2" providerId="ADAL" clId="{6BA4C5B1-DD8D-43F1-A1DA-FFE91FCB69B3}" dt="2025-06-15T19:28:39.348" v="2785" actId="1076"/>
          <ac:spMkLst>
            <pc:docMk/>
            <pc:sldMk cId="312304816" sldId="338"/>
            <ac:spMk id="9" creationId="{26734A33-E68A-EFC3-381F-C719A9AAD7E6}"/>
          </ac:spMkLst>
        </pc:spChg>
        <pc:spChg chg="add mod">
          <ac:chgData name="Léo Mendes" userId="c74ddf5e-47e1-482b-889e-8c4876fd2cf2" providerId="ADAL" clId="{6BA4C5B1-DD8D-43F1-A1DA-FFE91FCB69B3}" dt="2025-06-15T19:28:42.358" v="2786" actId="1076"/>
          <ac:spMkLst>
            <pc:docMk/>
            <pc:sldMk cId="312304816" sldId="338"/>
            <ac:spMk id="10" creationId="{9A81FB52-7C69-C339-2319-5CFB279D3223}"/>
          </ac:spMkLst>
        </pc:spChg>
        <pc:spChg chg="add">
          <ac:chgData name="Léo Mendes" userId="c74ddf5e-47e1-482b-889e-8c4876fd2cf2" providerId="ADAL" clId="{6BA4C5B1-DD8D-43F1-A1DA-FFE91FCB69B3}" dt="2025-06-15T17:55:17.503" v="1160"/>
          <ac:spMkLst>
            <pc:docMk/>
            <pc:sldMk cId="312304816" sldId="338"/>
            <ac:spMk id="11" creationId="{72040F48-0EC7-58DC-71DB-DE7A598552D0}"/>
          </ac:spMkLst>
        </pc:spChg>
        <pc:spChg chg="add">
          <ac:chgData name="Léo Mendes" userId="c74ddf5e-47e1-482b-889e-8c4876fd2cf2" providerId="ADAL" clId="{6BA4C5B1-DD8D-43F1-A1DA-FFE91FCB69B3}" dt="2025-06-15T19:03:45.309" v="1277"/>
          <ac:spMkLst>
            <pc:docMk/>
            <pc:sldMk cId="312304816" sldId="338"/>
            <ac:spMk id="12" creationId="{BB895BF4-548D-0E8F-CFB5-451200D4EF7A}"/>
          </ac:spMkLst>
        </pc:spChg>
        <pc:picChg chg="add mod">
          <ac:chgData name="Léo Mendes" userId="c74ddf5e-47e1-482b-889e-8c4876fd2cf2" providerId="ADAL" clId="{6BA4C5B1-DD8D-43F1-A1DA-FFE91FCB69B3}" dt="2025-06-15T19:28:36.979" v="2784" actId="1076"/>
          <ac:picMkLst>
            <pc:docMk/>
            <pc:sldMk cId="312304816" sldId="338"/>
            <ac:picMk id="8" creationId="{EDF335AC-2B1A-BF8E-D9D5-A77ECB4A4230}"/>
          </ac:picMkLst>
        </pc:picChg>
      </pc:sldChg>
      <pc:sldChg chg="new del">
        <pc:chgData name="Léo Mendes" userId="c74ddf5e-47e1-482b-889e-8c4876fd2cf2" providerId="ADAL" clId="{6BA4C5B1-DD8D-43F1-A1DA-FFE91FCB69B3}" dt="2025-06-15T17:25:24.357" v="1023" actId="47"/>
        <pc:sldMkLst>
          <pc:docMk/>
          <pc:sldMk cId="1080657163" sldId="338"/>
        </pc:sldMkLst>
      </pc:sldChg>
      <pc:sldChg chg="addSp delSp modSp add mod">
        <pc:chgData name="Léo Mendes" userId="c74ddf5e-47e1-482b-889e-8c4876fd2cf2" providerId="ADAL" clId="{6BA4C5B1-DD8D-43F1-A1DA-FFE91FCB69B3}" dt="2025-06-15T19:23:21.421" v="2738" actId="1076"/>
        <pc:sldMkLst>
          <pc:docMk/>
          <pc:sldMk cId="192597592" sldId="339"/>
        </pc:sldMkLst>
        <pc:spChg chg="del mod">
          <ac:chgData name="Léo Mendes" userId="c74ddf5e-47e1-482b-889e-8c4876fd2cf2" providerId="ADAL" clId="{6BA4C5B1-DD8D-43F1-A1DA-FFE91FCB69B3}" dt="2025-06-15T19:09:36.521" v="1373" actId="478"/>
          <ac:spMkLst>
            <pc:docMk/>
            <pc:sldMk cId="192597592" sldId="339"/>
            <ac:spMk id="3" creationId="{33DA4A82-705D-4C1A-280D-17379B984F0A}"/>
          </ac:spMkLst>
        </pc:spChg>
        <pc:spChg chg="mod">
          <ac:chgData name="Léo Mendes" userId="c74ddf5e-47e1-482b-889e-8c4876fd2cf2" providerId="ADAL" clId="{6BA4C5B1-DD8D-43F1-A1DA-FFE91FCB69B3}" dt="2025-06-15T19:22:50.690" v="2731" actId="1076"/>
          <ac:spMkLst>
            <pc:docMk/>
            <pc:sldMk cId="192597592" sldId="339"/>
            <ac:spMk id="7" creationId="{056070A9-044B-E34A-ABA1-E7AC8DF18E44}"/>
          </ac:spMkLst>
        </pc:spChg>
        <pc:spChg chg="add del mod">
          <ac:chgData name="Léo Mendes" userId="c74ddf5e-47e1-482b-889e-8c4876fd2cf2" providerId="ADAL" clId="{6BA4C5B1-DD8D-43F1-A1DA-FFE91FCB69B3}" dt="2025-06-15T19:09:40.960" v="1374" actId="478"/>
          <ac:spMkLst>
            <pc:docMk/>
            <pc:sldMk cId="192597592" sldId="339"/>
            <ac:spMk id="10" creationId="{3A6FA428-687D-2E98-CA6F-B30462A16D4E}"/>
          </ac:spMkLst>
        </pc:spChg>
        <pc:spChg chg="del">
          <ac:chgData name="Léo Mendes" userId="c74ddf5e-47e1-482b-889e-8c4876fd2cf2" providerId="ADAL" clId="{6BA4C5B1-DD8D-43F1-A1DA-FFE91FCB69B3}" dt="2025-06-15T19:22:02.841" v="2706" actId="478"/>
          <ac:spMkLst>
            <pc:docMk/>
            <pc:sldMk cId="192597592" sldId="339"/>
            <ac:spMk id="13" creationId="{192863C6-5B5E-AF41-93B2-CD80E0AA5FFB}"/>
          </ac:spMkLst>
        </pc:spChg>
        <pc:picChg chg="del mod">
          <ac:chgData name="Léo Mendes" userId="c74ddf5e-47e1-482b-889e-8c4876fd2cf2" providerId="ADAL" clId="{6BA4C5B1-DD8D-43F1-A1DA-FFE91FCB69B3}" dt="2025-06-15T19:10:55.595" v="1413" actId="478"/>
          <ac:picMkLst>
            <pc:docMk/>
            <pc:sldMk cId="192597592" sldId="339"/>
            <ac:picMk id="8" creationId="{BE9BFC4F-8B5A-22DC-7994-21484D4C195F}"/>
          </ac:picMkLst>
        </pc:picChg>
        <pc:picChg chg="del">
          <ac:chgData name="Léo Mendes" userId="c74ddf5e-47e1-482b-889e-8c4876fd2cf2" providerId="ADAL" clId="{6BA4C5B1-DD8D-43F1-A1DA-FFE91FCB69B3}" dt="2025-06-15T19:10:54.144" v="1411" actId="478"/>
          <ac:picMkLst>
            <pc:docMk/>
            <pc:sldMk cId="192597592" sldId="339"/>
            <ac:picMk id="12" creationId="{17FCB7D4-3244-E6B3-C8D2-038F77F1553D}"/>
          </ac:picMkLst>
        </pc:picChg>
        <pc:picChg chg="add mod">
          <ac:chgData name="Léo Mendes" userId="c74ddf5e-47e1-482b-889e-8c4876fd2cf2" providerId="ADAL" clId="{6BA4C5B1-DD8D-43F1-A1DA-FFE91FCB69B3}" dt="2025-06-15T19:23:21.421" v="2738" actId="1076"/>
          <ac:picMkLst>
            <pc:docMk/>
            <pc:sldMk cId="192597592" sldId="339"/>
            <ac:picMk id="14" creationId="{E4730013-8E7D-3D55-56B6-E0BA0A3C26A9}"/>
          </ac:picMkLst>
        </pc:picChg>
        <pc:cxnChg chg="del">
          <ac:chgData name="Léo Mendes" userId="c74ddf5e-47e1-482b-889e-8c4876fd2cf2" providerId="ADAL" clId="{6BA4C5B1-DD8D-43F1-A1DA-FFE91FCB69B3}" dt="2025-06-15T19:10:56.420" v="1414" actId="478"/>
          <ac:cxnSpMkLst>
            <pc:docMk/>
            <pc:sldMk cId="192597592" sldId="339"/>
            <ac:cxnSpMk id="15" creationId="{6D197790-CD2C-D75B-6866-B08247FD6BFE}"/>
          </ac:cxnSpMkLst>
        </pc:cxnChg>
        <pc:cxnChg chg="del">
          <ac:chgData name="Léo Mendes" userId="c74ddf5e-47e1-482b-889e-8c4876fd2cf2" providerId="ADAL" clId="{6BA4C5B1-DD8D-43F1-A1DA-FFE91FCB69B3}" dt="2025-06-15T19:10:58.156" v="1415" actId="478"/>
          <ac:cxnSpMkLst>
            <pc:docMk/>
            <pc:sldMk cId="192597592" sldId="339"/>
            <ac:cxnSpMk id="17" creationId="{3A4BCD30-6D47-9DC5-1BC0-63D82270E2B4}"/>
          </ac:cxnSpMkLst>
        </pc:cxnChg>
      </pc:sldChg>
      <pc:sldMasterChg chg="delSp mod">
        <pc:chgData name="Léo Mendes" userId="c74ddf5e-47e1-482b-889e-8c4876fd2cf2" providerId="ADAL" clId="{6BA4C5B1-DD8D-43F1-A1DA-FFE91FCB69B3}" dt="2025-06-15T15:01:48.914" v="0" actId="478"/>
        <pc:sldMasterMkLst>
          <pc:docMk/>
          <pc:sldMasterMk cId="3229133262" sldId="2147483648"/>
        </pc:sldMasterMkLst>
        <pc:picChg chg="del">
          <ac:chgData name="Léo Mendes" userId="c74ddf5e-47e1-482b-889e-8c4876fd2cf2" providerId="ADAL" clId="{6BA4C5B1-DD8D-43F1-A1DA-FFE91FCB69B3}" dt="2025-06-15T15:01:48.914" v="0" actId="478"/>
          <ac:picMkLst>
            <pc:docMk/>
            <pc:sldMasterMk cId="3229133262" sldId="2147483648"/>
            <ac:picMk id="12" creationId="{EEAC5EE7-3F7F-7B6B-3AF6-914A02434777}"/>
          </ac:picMkLst>
        </pc:pic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EA0DA3-3B27-4492-9F9E-CB1300C33A9F}" type="datetimeFigureOut">
              <a:rPr lang="fr-CH" smtClean="0"/>
              <a:t>15.06.2025</a:t>
            </a:fld>
            <a:endParaRPr lang="fr-CH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C6876-001E-457A-B143-24ACB608D077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888185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5D871-BC3C-41E7-9A8B-CA3C6AB45EB8}" type="datetimeFigureOut">
              <a:rPr lang="fr-CH" smtClean="0"/>
              <a:t>15.06.2025</a:t>
            </a:fld>
            <a:endParaRPr lang="fr-CH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C1A67-1C65-422D-BE17-95225955D0D5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064398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dirty="0"/>
              <a:t>Modifiez le style du titre</a:t>
            </a:r>
            <a:endParaRPr lang="fr-CH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fr-CH"/>
          </a:p>
        </p:txBody>
      </p:sp>
      <p:sp>
        <p:nvSpPr>
          <p:cNvPr id="13" name="Espace réservé de la date 12">
            <a:extLst>
              <a:ext uri="{FF2B5EF4-FFF2-40B4-BE49-F238E27FC236}">
                <a16:creationId xmlns:a16="http://schemas.microsoft.com/office/drawing/2014/main" id="{14F2C8FA-0DA8-4C63-A351-F364C6D76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01.11.2024</a:t>
            </a:r>
            <a:endParaRPr lang="fr-CH" dirty="0"/>
          </a:p>
        </p:txBody>
      </p:sp>
      <p:sp>
        <p:nvSpPr>
          <p:cNvPr id="14" name="Espace réservé du pied de page 13">
            <a:extLst>
              <a:ext uri="{FF2B5EF4-FFF2-40B4-BE49-F238E27FC236}">
                <a16:creationId xmlns:a16="http://schemas.microsoft.com/office/drawing/2014/main" id="{9848854F-1881-4882-B2FC-6DAAA694C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15" name="Espace réservé du numéro de diapositive 14">
            <a:extLst>
              <a:ext uri="{FF2B5EF4-FFF2-40B4-BE49-F238E27FC236}">
                <a16:creationId xmlns:a16="http://schemas.microsoft.com/office/drawing/2014/main" id="{9CEC8F1C-DDD9-49FC-A371-DDEA1D58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63DBD-56C3-4A6D-983E-643BADADBE00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965720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494462"/>
            <a:ext cx="2743200" cy="365125"/>
          </a:xfrm>
        </p:spPr>
        <p:txBody>
          <a:bodyPr/>
          <a:lstStyle/>
          <a:p>
            <a:r>
              <a:rPr lang="fr-FR"/>
              <a:t>01.11.2024</a:t>
            </a:r>
            <a:endParaRPr lang="fr-CH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494462"/>
            <a:ext cx="4114800" cy="365125"/>
          </a:xfrm>
        </p:spPr>
        <p:txBody>
          <a:bodyPr/>
          <a:lstStyle/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494462"/>
            <a:ext cx="2743200" cy="365125"/>
          </a:xfrm>
        </p:spPr>
        <p:txBody>
          <a:bodyPr/>
          <a:lstStyle/>
          <a:p>
            <a:fld id="{E2363DBD-56C3-4A6D-983E-643BADADBE00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128987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01.11.2024</a:t>
            </a:r>
            <a:endParaRPr lang="fr-CH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63DBD-56C3-4A6D-983E-643BADADBE00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562693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01.11.2024</a:t>
            </a:r>
            <a:endParaRPr lang="fr-CH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63DBD-56C3-4A6D-983E-643BADADBE00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082237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01.11.2024</a:t>
            </a:r>
            <a:endParaRPr lang="fr-CH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63DBD-56C3-4A6D-983E-643BADADBE00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85829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01.11.2024</a:t>
            </a:r>
            <a:endParaRPr lang="fr-CH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63DBD-56C3-4A6D-983E-643BADADBE00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187276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01.11.2024</a:t>
            </a:r>
            <a:endParaRPr lang="fr-CH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63DBD-56C3-4A6D-983E-643BADADBE00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036126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01.11.2024</a:t>
            </a:r>
            <a:endParaRPr lang="fr-CH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63DBD-56C3-4A6D-983E-643BADADBE00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82348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01.11.2024</a:t>
            </a:r>
            <a:endParaRPr lang="fr-CH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63DBD-56C3-4A6D-983E-643BADADBE00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801468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01.11.2024</a:t>
            </a:r>
            <a:endParaRPr lang="fr-CH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63DBD-56C3-4A6D-983E-643BADADBE00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93187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01.11.2024</a:t>
            </a:r>
            <a:endParaRPr lang="fr-CH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63DBD-56C3-4A6D-983E-643BADADBE00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215999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CED951-5984-43C4-A603-7C4322C0F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66" y="724127"/>
            <a:ext cx="10515600" cy="945621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fr-CH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61BF5A3-FF95-4A63-952F-25066874D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01.11.2024</a:t>
            </a:r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D672AFA-7947-4F9A-B3B7-A72960CF2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EEF6037-B6EE-4131-B006-20597BDBA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63DBD-56C3-4A6D-983E-643BADADBE00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872418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745067"/>
            <a:ext cx="10515600" cy="9456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fr-CH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H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01.11.2024</a:t>
            </a:r>
            <a:endParaRPr lang="fr-CH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47812" y="64944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63DBD-56C3-4A6D-983E-643BADADBE00}" type="slidenum">
              <a:rPr lang="fr-CH" smtClean="0"/>
              <a:t>‹N°›</a:t>
            </a:fld>
            <a:endParaRPr lang="fr-CH" dirty="0"/>
          </a:p>
        </p:txBody>
      </p:sp>
      <p:sp>
        <p:nvSpPr>
          <p:cNvPr id="7" name="Rectangle 6"/>
          <p:cNvSpPr/>
          <p:nvPr userDrawn="1"/>
        </p:nvSpPr>
        <p:spPr>
          <a:xfrm>
            <a:off x="11595100" y="0"/>
            <a:ext cx="596900" cy="6858000"/>
          </a:xfrm>
          <a:prstGeom prst="rect">
            <a:avLst/>
          </a:prstGeom>
          <a:solidFill>
            <a:srgbClr val="E225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1595100" y="0"/>
            <a:ext cx="431800" cy="6858000"/>
          </a:xfrm>
          <a:prstGeom prst="rect">
            <a:avLst/>
          </a:prstGeom>
          <a:solidFill>
            <a:srgbClr val="C4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596900" cy="6858000"/>
          </a:xfrm>
          <a:prstGeom prst="rect">
            <a:avLst/>
          </a:prstGeom>
          <a:solidFill>
            <a:srgbClr val="E225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165100" y="0"/>
            <a:ext cx="431800" cy="6858000"/>
          </a:xfrm>
          <a:prstGeom prst="rect">
            <a:avLst/>
          </a:prstGeom>
          <a:solidFill>
            <a:srgbClr val="C4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CA2DA47-CD47-41E8-A972-B0EAA7BA7A70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39069" y="136416"/>
            <a:ext cx="1986710" cy="35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13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image" Target="../media/image6.png"/><Relationship Id="rId5" Type="http://schemas.openxmlformats.org/officeDocument/2006/relationships/tags" Target="../tags/tag17.xml"/><Relationship Id="rId10" Type="http://schemas.openxmlformats.org/officeDocument/2006/relationships/image" Target="../media/image5.png"/><Relationship Id="rId4" Type="http://schemas.openxmlformats.org/officeDocument/2006/relationships/tags" Target="../tags/tag16.xml"/><Relationship Id="rId9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image" Target="../media/image9.png"/><Relationship Id="rId2" Type="http://schemas.openxmlformats.org/officeDocument/2006/relationships/tags" Target="../tags/tag22.xml"/><Relationship Id="rId16" Type="http://schemas.openxmlformats.org/officeDocument/2006/relationships/image" Target="../media/image8.png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image" Target="../media/image7.png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image" Target="../media/image11.png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tags" Target="../tags/tag51.xml"/><Relationship Id="rId5" Type="http://schemas.openxmlformats.org/officeDocument/2006/relationships/tags" Target="../tags/tag45.xml"/><Relationship Id="rId15" Type="http://schemas.openxmlformats.org/officeDocument/2006/relationships/image" Target="../media/image13.png"/><Relationship Id="rId10" Type="http://schemas.openxmlformats.org/officeDocument/2006/relationships/tags" Target="../tags/tag50.xml"/><Relationship Id="rId4" Type="http://schemas.openxmlformats.org/officeDocument/2006/relationships/tags" Target="../tags/tag44.xml"/><Relationship Id="rId9" Type="http://schemas.openxmlformats.org/officeDocument/2006/relationships/tags" Target="../tags/tag49.xml"/><Relationship Id="rId1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7" Type="http://schemas.openxmlformats.org/officeDocument/2006/relationships/image" Target="../media/image14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6.xml"/><Relationship Id="rId4" Type="http://schemas.openxmlformats.org/officeDocument/2006/relationships/tags" Target="../tags/tag5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7" Type="http://schemas.openxmlformats.org/officeDocument/2006/relationships/image" Target="../media/image15.png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1.xml"/><Relationship Id="rId4" Type="http://schemas.openxmlformats.org/officeDocument/2006/relationships/tags" Target="../tags/tag6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7" Type="http://schemas.openxmlformats.org/officeDocument/2006/relationships/image" Target="../media/image16.png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6.xml"/><Relationship Id="rId4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A740D-1DC8-B666-5201-C50AF019C0B2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dirty="0">
                <a:ea typeface="Calibri Light"/>
                <a:cs typeface="Calibri Light"/>
              </a:rPr>
              <a:t>1730 Portier Wireless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3D96B5-0AA5-3980-24E0-9E8777019D39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>
                <a:ea typeface="Calibri"/>
                <a:cs typeface="Calibri"/>
              </a:rPr>
              <a:t>Modification 3.0</a:t>
            </a:r>
          </a:p>
          <a:p>
            <a:r>
              <a:rPr lang="fr-FR" dirty="0">
                <a:ea typeface="Calibri"/>
                <a:cs typeface="Calibri"/>
              </a:rPr>
              <a:t>POBJ SLO2</a:t>
            </a:r>
          </a:p>
          <a:p>
            <a:r>
              <a:rPr lang="fr-FR" dirty="0">
                <a:ea typeface="Calibri"/>
                <a:cs typeface="Calibri"/>
              </a:rPr>
              <a:t>Léo Mendes</a:t>
            </a:r>
          </a:p>
        </p:txBody>
      </p:sp>
      <p:pic>
        <p:nvPicPr>
          <p:cNvPr id="4" name="Image 3" descr="Une image contenant clipart, dessin humoristique, conception, illustration&#10;&#10;Le contenu généré par l’IA peut être incorrect.">
            <a:extLst>
              <a:ext uri="{FF2B5EF4-FFF2-40B4-BE49-F238E27FC236}">
                <a16:creationId xmlns:a16="http://schemas.microsoft.com/office/drawing/2014/main" id="{4B2E78D3-A39C-5562-B6B5-8F3ABAA7630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233261" y="603142"/>
            <a:ext cx="1712564" cy="172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85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26EB74-E19E-8EC9-189D-3C96181E0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759" y="59620"/>
            <a:ext cx="10515600" cy="945621"/>
          </a:xfrm>
        </p:spPr>
        <p:txBody>
          <a:bodyPr/>
          <a:lstStyle/>
          <a:p>
            <a:pPr algn="ctr"/>
            <a:r>
              <a:rPr lang="fr-CH" dirty="0"/>
              <a:t>Description du projet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2FD4E1-48B2-86F5-A663-EFBAF2A88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5110" y="1119151"/>
            <a:ext cx="5491075" cy="53737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1900" u="sng" dirty="0" err="1">
                <a:ea typeface="Calibri"/>
                <a:cs typeface="Calibri"/>
              </a:rPr>
              <a:t>Firmware</a:t>
            </a:r>
            <a:r>
              <a:rPr lang="fr-FR" sz="1900" u="sng" dirty="0">
                <a:ea typeface="Calibri"/>
                <a:cs typeface="Calibri"/>
              </a:rPr>
              <a:t> de base : </a:t>
            </a:r>
          </a:p>
          <a:p>
            <a:pPr marL="285750" indent="-285750"/>
            <a:r>
              <a:rPr lang="fr-FR" sz="1900" dirty="0">
                <a:ea typeface="Calibri"/>
                <a:cs typeface="Calibri"/>
              </a:rPr>
              <a:t>Essais et compréhension de modification de la version 2 de Diogo Ferreira</a:t>
            </a:r>
          </a:p>
          <a:p>
            <a:pPr marL="285750" indent="-285750"/>
            <a:r>
              <a:rPr lang="fr-FR" sz="1900" dirty="0">
                <a:ea typeface="Calibri"/>
                <a:cs typeface="Calibri"/>
              </a:rPr>
              <a:t>Choix de repartir de la version stable  de Serge </a:t>
            </a:r>
            <a:r>
              <a:rPr lang="fr-FR" sz="1900" dirty="0" err="1">
                <a:ea typeface="Calibri"/>
                <a:cs typeface="Calibri"/>
              </a:rPr>
              <a:t>Castoldi</a:t>
            </a:r>
            <a:r>
              <a:rPr lang="fr-FR" sz="1900" dirty="0">
                <a:ea typeface="Calibri"/>
                <a:cs typeface="Calibri"/>
              </a:rPr>
              <a:t>  </a:t>
            </a:r>
          </a:p>
          <a:p>
            <a:pPr marL="742950" lvl="1" indent="-285750"/>
            <a:r>
              <a:rPr lang="fr-FR" sz="1500" dirty="0">
                <a:ea typeface="Calibri"/>
                <a:cs typeface="Calibri"/>
              </a:rPr>
              <a:t>Version : 1730_PortierWireless_InOut_02</a:t>
            </a:r>
          </a:p>
          <a:p>
            <a:pPr marL="742950" lvl="1" indent="-285750"/>
            <a:endParaRPr lang="fr-FR" sz="15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fr-FR" sz="1900" u="sng" dirty="0">
                <a:ea typeface="Calibri"/>
                <a:cs typeface="Calibri"/>
              </a:rPr>
              <a:t>Hardware :</a:t>
            </a:r>
          </a:p>
          <a:p>
            <a:r>
              <a:rPr lang="fr-FR" sz="1900" dirty="0">
                <a:ea typeface="Calibri"/>
                <a:cs typeface="Calibri"/>
              </a:rPr>
              <a:t>Carte n°1730B : </a:t>
            </a:r>
          </a:p>
          <a:p>
            <a:pPr lvl="1"/>
            <a:r>
              <a:rPr lang="fr-FR" sz="1500" dirty="0">
                <a:ea typeface="+mn-lt"/>
                <a:cs typeface="+mn-lt"/>
              </a:rPr>
              <a:t>Avec PIC32MX130F064B-I/SS</a:t>
            </a:r>
            <a:endParaRPr lang="fr-FR" sz="1500" dirty="0">
              <a:ea typeface="Calibri"/>
              <a:cs typeface="Calibri"/>
            </a:endParaRPr>
          </a:p>
          <a:p>
            <a:r>
              <a:rPr lang="fr-FR" sz="1900" dirty="0">
                <a:ea typeface="+mn-lt"/>
                <a:cs typeface="+mn-lt"/>
              </a:rPr>
              <a:t>1623x_ModulesRxTx868MHz : </a:t>
            </a:r>
          </a:p>
          <a:p>
            <a:pPr lvl="1"/>
            <a:r>
              <a:rPr lang="fr-FR" sz="1500" dirty="0">
                <a:ea typeface="+mn-lt"/>
                <a:cs typeface="+mn-lt"/>
              </a:rPr>
              <a:t>Communication sans fil par module RF 868 MHz     </a:t>
            </a:r>
          </a:p>
          <a:p>
            <a:pPr lvl="1"/>
            <a:r>
              <a:rPr lang="fr-FR" sz="1500" dirty="0">
                <a:ea typeface="+mn-lt"/>
                <a:cs typeface="+mn-lt"/>
              </a:rPr>
              <a:t>Version </a:t>
            </a:r>
            <a:r>
              <a:rPr lang="fr-FR" sz="1500" dirty="0" err="1">
                <a:ea typeface="+mn-lt"/>
                <a:cs typeface="+mn-lt"/>
              </a:rPr>
              <a:t>firmware</a:t>
            </a:r>
            <a:r>
              <a:rPr lang="fr-FR" sz="1500" dirty="0">
                <a:ea typeface="+mn-lt"/>
                <a:cs typeface="+mn-lt"/>
              </a:rPr>
              <a:t> : Module_Xbee_06_SCA</a:t>
            </a:r>
          </a:p>
          <a:p>
            <a:pPr lvl="1"/>
            <a:endParaRPr lang="fr-FR" sz="19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sz="1900" u="sng" dirty="0">
                <a:ea typeface="+mn-lt"/>
                <a:cs typeface="+mn-lt"/>
              </a:rPr>
              <a:t>Aucun filtrage d'identité : </a:t>
            </a:r>
          </a:p>
          <a:p>
            <a:r>
              <a:rPr lang="fr-FR" sz="1900" dirty="0">
                <a:ea typeface="+mn-lt"/>
                <a:cs typeface="+mn-lt"/>
              </a:rPr>
              <a:t>Toutes les trames sont acceptées, quelle que soit leur provenance</a:t>
            </a:r>
            <a:endParaRPr lang="fr-FR" sz="1900" dirty="0">
              <a:ea typeface="Calibri" panose="020F0502020204030204"/>
              <a:cs typeface="Calibri" panose="020F0502020204030204"/>
            </a:endParaRPr>
          </a:p>
          <a:p>
            <a:pPr algn="just"/>
            <a:endParaRPr lang="fr-FR" dirty="0"/>
          </a:p>
          <a:p>
            <a:pPr marL="0" indent="0">
              <a:buNone/>
            </a:pPr>
            <a:endParaRPr lang="fr-CH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0F69E1-6BB8-8CAE-8B60-CCED4F2FB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01.11.2024</a:t>
            </a:r>
            <a:endParaRPr lang="fr-CH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54FD555-DD78-7614-0617-8BD55FC2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4E4F49-2C2B-60FF-79EC-FECCCD00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63DBD-56C3-4A6D-983E-643BADADBE00}" type="slidenum">
              <a:rPr lang="fr-CH" smtClean="0"/>
              <a:t>2</a:t>
            </a:fld>
            <a:endParaRPr lang="fr-CH" dirty="0"/>
          </a:p>
        </p:txBody>
      </p:sp>
      <p:pic>
        <p:nvPicPr>
          <p:cNvPr id="8" name="Image 7" descr="Une image contenant Appareils électroniques, circuit, Composant électronique, Ingénierie électronique&#10;&#10;Le contenu généré par l’IA peut être incorrect.">
            <a:extLst>
              <a:ext uri="{FF2B5EF4-FFF2-40B4-BE49-F238E27FC236}">
                <a16:creationId xmlns:a16="http://schemas.microsoft.com/office/drawing/2014/main" id="{EDF335AC-2B1A-BF8E-D9D5-A77ECB4A423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87430" y="1218933"/>
            <a:ext cx="5017782" cy="2653987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6734A33-E68A-EFC3-381F-C719A9AAD7E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22508" y="3961963"/>
            <a:ext cx="2973035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1600" dirty="0">
                <a:ea typeface="Calibri"/>
                <a:cs typeface="Calibri"/>
              </a:rPr>
              <a:t>Alimentation indépendante </a:t>
            </a:r>
          </a:p>
          <a:p>
            <a:pPr marL="285750" indent="-285750">
              <a:buFont typeface="Arial"/>
              <a:buChar char="•"/>
            </a:pPr>
            <a:r>
              <a:rPr lang="fr-FR" sz="1600" dirty="0">
                <a:ea typeface="Calibri"/>
                <a:cs typeface="Calibri"/>
              </a:rPr>
              <a:t>Appuis pour demandes</a:t>
            </a:r>
          </a:p>
          <a:p>
            <a:pPr marL="285750" indent="-285750">
              <a:buFont typeface="Arial"/>
              <a:buChar char="•"/>
            </a:pPr>
            <a:r>
              <a:rPr lang="fr-FR" sz="1600" dirty="0">
                <a:ea typeface="Calibri"/>
                <a:cs typeface="Calibri"/>
              </a:rPr>
              <a:t>Réception de la réponse</a:t>
            </a:r>
          </a:p>
          <a:p>
            <a:pPr marL="285750" indent="-285750">
              <a:buFont typeface="Arial"/>
              <a:buChar char="•"/>
            </a:pPr>
            <a:r>
              <a:rPr lang="fr-FR" sz="1600" dirty="0">
                <a:ea typeface="Calibri"/>
                <a:cs typeface="Calibri"/>
              </a:rPr>
              <a:t>Buzzeur pour indications sonore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A81FB52-7C69-C339-2319-5CFB279D322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40381" y="3965268"/>
            <a:ext cx="301472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1600" dirty="0">
                <a:ea typeface="Calibri"/>
                <a:cs typeface="Calibri"/>
              </a:rPr>
              <a:t>Alimentation par USB  (5V)</a:t>
            </a:r>
            <a:endParaRPr lang="fr-FR" sz="1600" dirty="0"/>
          </a:p>
          <a:p>
            <a:pPr marL="285750" indent="-285750">
              <a:buFont typeface="Arial"/>
              <a:buChar char="•"/>
            </a:pPr>
            <a:r>
              <a:rPr lang="fr-FR" sz="1600" dirty="0">
                <a:ea typeface="Calibri"/>
                <a:cs typeface="Calibri"/>
              </a:rPr>
              <a:t>Réception de la demande</a:t>
            </a:r>
          </a:p>
          <a:p>
            <a:pPr marL="285750" indent="-285750">
              <a:buFont typeface="Arial"/>
              <a:buChar char="•"/>
            </a:pPr>
            <a:r>
              <a:rPr lang="fr-FR" sz="1600" dirty="0">
                <a:ea typeface="Calibri"/>
                <a:cs typeface="Calibri"/>
              </a:rPr>
              <a:t>Envois de la réponse</a:t>
            </a:r>
          </a:p>
          <a:p>
            <a:pPr marL="285750" indent="-285750">
              <a:buFont typeface="Arial"/>
              <a:buChar char="•"/>
            </a:pPr>
            <a:r>
              <a:rPr lang="fr-FR" sz="1600" dirty="0">
                <a:ea typeface="Calibri"/>
                <a:cs typeface="Calibri"/>
              </a:rPr>
              <a:t>Buzzer pour indications sonore</a:t>
            </a:r>
          </a:p>
        </p:txBody>
      </p:sp>
    </p:spTree>
    <p:extLst>
      <p:ext uri="{BB962C8B-B14F-4D97-AF65-F5344CB8AC3E}">
        <p14:creationId xmlns:p14="http://schemas.microsoft.com/office/powerpoint/2010/main" val="312304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DCA8E-1371-42BE-CA5A-2FA687EB1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87A660-26E6-1CBD-42A6-BE0E5133B6E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dirty="0"/>
              <a:t>15.06.2025</a:t>
            </a:r>
            <a:endParaRPr lang="fr-CH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31BB5D-7755-9C1E-1A43-EA057D60E6B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99DDE5-8C2F-C7C4-C209-0FE58F2AB54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2363DBD-56C3-4A6D-983E-643BADADBE00}" type="slidenum">
              <a:rPr lang="fr-CH" smtClean="0"/>
              <a:t>3</a:t>
            </a:fld>
            <a:endParaRPr lang="fr-CH" dirty="0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1811D2F5-D27A-181F-423A-1100E96EDDD2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537791" y="34994"/>
            <a:ext cx="6655904" cy="763059"/>
          </a:xfrm>
        </p:spPr>
        <p:txBody>
          <a:bodyPr>
            <a:normAutofit/>
          </a:bodyPr>
          <a:lstStyle/>
          <a:p>
            <a:pPr algn="ctr"/>
            <a:r>
              <a:rPr lang="fr-CH" dirty="0"/>
              <a:t>Modifications apportées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4195FD-21C3-84B6-B459-E305C8764FD7}"/>
              </a:ext>
            </a:extLst>
          </p:cNvPr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838200" y="1003659"/>
            <a:ext cx="4756842" cy="39798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CH" b="1" u="sng" dirty="0">
                <a:ea typeface="Calibri"/>
                <a:cs typeface="Calibri"/>
              </a:rPr>
              <a:t>Effectuée : </a:t>
            </a:r>
          </a:p>
          <a:p>
            <a:r>
              <a:rPr lang="fr-FR" dirty="0">
                <a:ea typeface="Calibri"/>
                <a:cs typeface="Calibri"/>
              </a:rPr>
              <a:t>Implémentation complète de l’appairage dynamique des modules</a:t>
            </a:r>
          </a:p>
          <a:p>
            <a:r>
              <a:rPr lang="fr-FR" dirty="0">
                <a:ea typeface="Calibri" panose="020F0502020204030204"/>
                <a:cs typeface="Calibri" panose="020F0502020204030204"/>
              </a:rPr>
              <a:t>Mise à jour de la documentation technique avec </a:t>
            </a:r>
            <a:r>
              <a:rPr lang="fr-FR" dirty="0" err="1">
                <a:ea typeface="Calibri" panose="020F0502020204030204"/>
                <a:cs typeface="Calibri" panose="020F0502020204030204"/>
              </a:rPr>
              <a:t>Flowchart</a:t>
            </a:r>
            <a:r>
              <a:rPr lang="fr-FR" dirty="0">
                <a:ea typeface="Calibri" panose="020F0502020204030204"/>
                <a:cs typeface="Calibri" panose="020F0502020204030204"/>
              </a:rPr>
              <a:t>, machines d’état et tests</a:t>
            </a:r>
            <a:endParaRPr lang="fr-CH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fr-CH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fr-CH" dirty="0"/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50E86D6B-90D0-7BF1-D505-AB606CAFF22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6232179" y="1047009"/>
            <a:ext cx="4756842" cy="39798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CH" b="1" u="sng" dirty="0">
                <a:ea typeface="Calibri"/>
                <a:cs typeface="Calibri"/>
              </a:rPr>
              <a:t>Non effectuée : </a:t>
            </a:r>
          </a:p>
          <a:p>
            <a:r>
              <a:rPr lang="fr-FR" dirty="0">
                <a:ea typeface="Calibri"/>
                <a:cs typeface="Calibri"/>
              </a:rPr>
              <a:t>Mise en place d’un message RF dédié pour alerter sur un niveau de batterie critique.</a:t>
            </a:r>
          </a:p>
          <a:p>
            <a:r>
              <a:rPr lang="fr-FR" dirty="0">
                <a:ea typeface="Calibri"/>
                <a:cs typeface="Calibri"/>
              </a:rPr>
              <a:t> Amélioration de l’indication visuelle en cas de batterie faible</a:t>
            </a:r>
          </a:p>
          <a:p>
            <a:endParaRPr lang="fr-CH" dirty="0">
              <a:ea typeface="Calibri" panose="020F0502020204030204"/>
              <a:cs typeface="Calibri" panose="020F0502020204030204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fr-CH" dirty="0"/>
          </a:p>
        </p:txBody>
      </p:sp>
      <p:pic>
        <p:nvPicPr>
          <p:cNvPr id="10" name="Image 9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9AF26CBF-910A-1958-846A-4C7556A8AF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847" y="4381242"/>
            <a:ext cx="1864264" cy="186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187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4B581-9D10-CA63-48DF-CC85DF3BC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B6E2CB-7932-4941-A0F2-0A3DD8DC0133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dirty="0"/>
              <a:t>15.06.2025</a:t>
            </a:r>
            <a:endParaRPr lang="fr-CH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B9D0D6-A8B1-35EB-651B-4AA58EFE278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F3B68C-FF0E-12FD-717C-44B57C6202E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2363DBD-56C3-4A6D-983E-643BADADBE00}" type="slidenum">
              <a:rPr lang="fr-CH" smtClean="0"/>
              <a:t>4</a:t>
            </a:fld>
            <a:endParaRPr lang="fr-CH" dirty="0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869978BB-8874-0AA3-957C-68F26BCDC15E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537791" y="34994"/>
            <a:ext cx="6655904" cy="763059"/>
          </a:xfrm>
        </p:spPr>
        <p:txBody>
          <a:bodyPr>
            <a:normAutofit/>
          </a:bodyPr>
          <a:lstStyle/>
          <a:p>
            <a:pPr algn="ctr"/>
            <a:r>
              <a:rPr lang="fr-CH" dirty="0"/>
              <a:t>Modifications apportées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65B70D-3C03-FC60-25B8-3E7E23A14CFE}"/>
              </a:ext>
            </a:extLst>
          </p:cNvPr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3191429" y="603995"/>
            <a:ext cx="6092633" cy="39798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CH" b="1" u="sng" dirty="0">
                <a:ea typeface="Calibri"/>
                <a:cs typeface="Calibri"/>
              </a:rPr>
              <a:t>Appareillage : Logique à l’allumage</a:t>
            </a:r>
          </a:p>
          <a:p>
            <a:pPr marL="0" indent="0">
              <a:buNone/>
            </a:pPr>
            <a:r>
              <a:rPr lang="fr-CH" b="1" u="sng" dirty="0">
                <a:ea typeface="Calibri"/>
                <a:cs typeface="Calibri"/>
              </a:rPr>
              <a:t> </a:t>
            </a:r>
          </a:p>
          <a:p>
            <a:pPr marL="0" indent="0">
              <a:buNone/>
            </a:pPr>
            <a:endParaRPr lang="fr-CH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fr-CH" dirty="0"/>
              <a:t>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3BE8998-DB68-89C5-AB9F-7DDC45D5047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59435"/>
          <a:stretch>
            <a:fillRect/>
          </a:stretch>
        </p:blipFill>
        <p:spPr bwMode="auto">
          <a:xfrm>
            <a:off x="2622932" y="1870442"/>
            <a:ext cx="2146766" cy="378276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C411D3B-D942-E6AE-1FFC-52A269CF46B9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6" t="40315" r="316" b="-498"/>
          <a:stretch>
            <a:fillRect/>
          </a:stretch>
        </p:blipFill>
        <p:spPr bwMode="auto">
          <a:xfrm>
            <a:off x="7787640" y="1456424"/>
            <a:ext cx="2064919" cy="540157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4" name="Connecteur : en arc 13">
            <a:extLst>
              <a:ext uri="{FF2B5EF4-FFF2-40B4-BE49-F238E27FC236}">
                <a16:creationId xmlns:a16="http://schemas.microsoft.com/office/drawing/2014/main" id="{737EF290-047A-51BF-D155-2F08EAF31AAB}"/>
              </a:ext>
            </a:extLst>
          </p:cNvPr>
          <p:cNvCxnSpPr>
            <a:cxnSpLocks/>
            <a:stCxn id="7" idx="2"/>
            <a:endCxn id="8" idx="0"/>
          </p:cNvCxnSpPr>
          <p:nvPr>
            <p:custDataLst>
              <p:tags r:id="rId8"/>
            </p:custDataLst>
          </p:nvPr>
        </p:nvCxnSpPr>
        <p:spPr>
          <a:xfrm rot="5400000" flipH="1" flipV="1">
            <a:off x="4159815" y="992923"/>
            <a:ext cx="4196784" cy="5123785"/>
          </a:xfrm>
          <a:prstGeom prst="curvedConnector5">
            <a:avLst>
              <a:gd name="adj1" fmla="val -5447"/>
              <a:gd name="adj2" fmla="val 50399"/>
              <a:gd name="adj3" fmla="val 105447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6E1D66AF-7903-83A2-F92E-1C4EB6F2063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722" y="508843"/>
            <a:ext cx="578420" cy="57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60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507E5-1D07-34E5-9791-11675B6F7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84CE96-3CAA-C6B5-CAE1-BDFC47BB72C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dirty="0"/>
              <a:t>15.06.2025</a:t>
            </a:r>
            <a:endParaRPr lang="fr-CH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AA78B4-A0C8-5C54-FC23-EA0B7BA2AE8E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C926AE-8F7B-A899-F230-5242CCE4D1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2363DBD-56C3-4A6D-983E-643BADADBE00}" type="slidenum">
              <a:rPr lang="fr-CH" smtClean="0"/>
              <a:t>5</a:t>
            </a:fld>
            <a:endParaRPr lang="fr-CH" dirty="0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164069CB-B767-7ACA-7F07-8C794AA973D9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537791" y="34994"/>
            <a:ext cx="6655904" cy="763059"/>
          </a:xfrm>
        </p:spPr>
        <p:txBody>
          <a:bodyPr>
            <a:normAutofit/>
          </a:bodyPr>
          <a:lstStyle/>
          <a:p>
            <a:pPr algn="ctr"/>
            <a:r>
              <a:rPr lang="fr-CH" dirty="0"/>
              <a:t>Modifications apportées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FB91F0-335B-DEC8-870E-96FB82FF28BB}"/>
              </a:ext>
            </a:extLst>
          </p:cNvPr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3189884" y="630508"/>
            <a:ext cx="6092633" cy="39798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CH" b="1" u="sng" dirty="0">
                <a:ea typeface="Calibri"/>
                <a:cs typeface="Calibri"/>
              </a:rPr>
              <a:t>Appareillage : En communication</a:t>
            </a:r>
          </a:p>
          <a:p>
            <a:pPr marL="0" indent="0">
              <a:buNone/>
            </a:pPr>
            <a:r>
              <a:rPr lang="fr-CH" b="1" u="sng" dirty="0">
                <a:ea typeface="Calibri"/>
                <a:cs typeface="Calibri"/>
              </a:rPr>
              <a:t> </a:t>
            </a:r>
          </a:p>
          <a:p>
            <a:pPr marL="0" indent="0">
              <a:buNone/>
            </a:pPr>
            <a:endParaRPr lang="fr-CH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fr-CH" dirty="0"/>
              <a:t> </a:t>
            </a:r>
          </a:p>
        </p:txBody>
      </p:sp>
      <p:pic>
        <p:nvPicPr>
          <p:cNvPr id="2" name="Image 1" descr="Une image contenant croquis, diagramme, blanc, dessin&#10;&#10;Le contenu généré par l’IA peut être incorrect.">
            <a:extLst>
              <a:ext uri="{FF2B5EF4-FFF2-40B4-BE49-F238E27FC236}">
                <a16:creationId xmlns:a16="http://schemas.microsoft.com/office/drawing/2014/main" id="{8E630DAA-45D4-E063-2651-B506B1216A0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075"/>
          <a:stretch>
            <a:fillRect/>
          </a:stretch>
        </p:blipFill>
        <p:spPr>
          <a:xfrm>
            <a:off x="7211235" y="2017374"/>
            <a:ext cx="1701817" cy="3571719"/>
          </a:xfrm>
          <a:prstGeom prst="rect">
            <a:avLst/>
          </a:prstGeom>
        </p:spPr>
      </p:pic>
      <p:pic>
        <p:nvPicPr>
          <p:cNvPr id="11" name="Image 10" descr="Une image contenant croquis, diagramme, blanc, dessin&#10;&#10;Le contenu généré par l’IA peut être incorrect.">
            <a:extLst>
              <a:ext uri="{FF2B5EF4-FFF2-40B4-BE49-F238E27FC236}">
                <a16:creationId xmlns:a16="http://schemas.microsoft.com/office/drawing/2014/main" id="{65B25B6D-C16D-F958-F980-3E1B02C4C622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821"/>
          <a:stretch>
            <a:fillRect/>
          </a:stretch>
        </p:blipFill>
        <p:spPr>
          <a:xfrm>
            <a:off x="9651983" y="2438096"/>
            <a:ext cx="1701817" cy="2937944"/>
          </a:xfrm>
          <a:prstGeom prst="rect">
            <a:avLst/>
          </a:prstGeom>
        </p:spPr>
      </p:pic>
      <p:cxnSp>
        <p:nvCxnSpPr>
          <p:cNvPr id="13" name="Connecteur : en arc 12">
            <a:extLst>
              <a:ext uri="{FF2B5EF4-FFF2-40B4-BE49-F238E27FC236}">
                <a16:creationId xmlns:a16="http://schemas.microsoft.com/office/drawing/2014/main" id="{1D91495B-F0E5-2F18-E290-7B0057045B9B}"/>
              </a:ext>
            </a:extLst>
          </p:cNvPr>
          <p:cNvCxnSpPr>
            <a:stCxn id="2" idx="2"/>
            <a:endCxn id="11" idx="0"/>
          </p:cNvCxnSpPr>
          <p:nvPr>
            <p:custDataLst>
              <p:tags r:id="rId8"/>
            </p:custDataLst>
          </p:nvPr>
        </p:nvCxnSpPr>
        <p:spPr>
          <a:xfrm rot="5400000" flipH="1" flipV="1">
            <a:off x="7707019" y="2793221"/>
            <a:ext cx="3150997" cy="2440748"/>
          </a:xfrm>
          <a:prstGeom prst="curvedConnector5">
            <a:avLst>
              <a:gd name="adj1" fmla="val -24467"/>
              <a:gd name="adj2" fmla="val 50000"/>
              <a:gd name="adj3" fmla="val 125067"/>
            </a:avLst>
          </a:prstGeom>
          <a:ln w="57150">
            <a:solidFill>
              <a:srgbClr val="E4251B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 17" descr="Une image contenant diagramme, croquis, dessin, Dessin technique&#10;&#10;Le contenu généré par l’IA peut être incorrect.">
            <a:extLst>
              <a:ext uri="{FF2B5EF4-FFF2-40B4-BE49-F238E27FC236}">
                <a16:creationId xmlns:a16="http://schemas.microsoft.com/office/drawing/2014/main" id="{C796810A-142D-1C36-5B52-42FF0F9AB7FB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59" y="1426527"/>
            <a:ext cx="2527369" cy="5067935"/>
          </a:xfrm>
          <a:prstGeom prst="rect">
            <a:avLst/>
          </a:prstGeom>
        </p:spPr>
      </p:pic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AF607A67-C665-CD69-EEDA-BF5B3F410333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963386" y="1071741"/>
            <a:ext cx="3285603" cy="20795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CH" sz="1600" dirty="0">
                <a:ea typeface="Calibri"/>
                <a:cs typeface="Calibri"/>
              </a:rPr>
              <a:t>Module </a:t>
            </a:r>
            <a:r>
              <a:rPr lang="fr-CH" sz="1600" dirty="0" err="1">
                <a:ea typeface="Calibri"/>
                <a:cs typeface="Calibri"/>
              </a:rPr>
              <a:t>Door</a:t>
            </a:r>
            <a:endParaRPr lang="fr-CH" sz="1600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CH" b="1" u="sng" dirty="0">
                <a:ea typeface="Calibri"/>
                <a:cs typeface="Calibri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CH" dirty="0">
              <a:ea typeface="Calibri" panose="020F0502020204030204"/>
              <a:cs typeface="Calibri" panose="020F0502020204030204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CH" dirty="0"/>
              <a:t> </a:t>
            </a:r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D5129DB5-6395-43AC-2DCF-18D6F9B4F32B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8462698" y="1071741"/>
            <a:ext cx="6092633" cy="39798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CH" sz="1600" dirty="0">
                <a:ea typeface="Calibri"/>
                <a:cs typeface="Calibri"/>
              </a:rPr>
              <a:t>Module Bell 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CH" b="1" u="sng" dirty="0">
                <a:ea typeface="Calibri"/>
                <a:cs typeface="Calibri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CH" dirty="0">
              <a:ea typeface="Calibri" panose="020F0502020204030204"/>
              <a:cs typeface="Calibri" panose="020F0502020204030204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CH" dirty="0"/>
              <a:t> 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B65F5EFA-B30A-9CB0-A45D-0238DE001F6C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>
            <a:off x="3714750" y="2209800"/>
            <a:ext cx="32258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63DBD95B-3156-6936-F0D4-0D14E7460033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>
          <a:xfrm flipH="1">
            <a:off x="3736975" y="4590975"/>
            <a:ext cx="31813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Image 29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003E677A-8344-FD21-4570-CAC6F5C237D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384" y="510623"/>
            <a:ext cx="671500" cy="6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069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A208E-3AD7-A25B-E63A-0C7122E2A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939D96-EBCD-1459-B95F-C2C91B3BBE5A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dirty="0"/>
              <a:t>15.06.2025</a:t>
            </a:r>
            <a:endParaRPr lang="fr-CH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7CD232-FF89-75DC-7B94-9AE6594E9DA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1B48D0-CBED-F3C7-F0CE-E7F910E9756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2363DBD-56C3-4A6D-983E-643BADADBE00}" type="slidenum">
              <a:rPr lang="fr-CH" smtClean="0"/>
              <a:t>6</a:t>
            </a:fld>
            <a:endParaRPr lang="fr-CH" dirty="0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FE499E34-C7A0-A395-61C7-77F3C9CA5057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537791" y="34994"/>
            <a:ext cx="6655904" cy="763059"/>
          </a:xfrm>
        </p:spPr>
        <p:txBody>
          <a:bodyPr>
            <a:normAutofit/>
          </a:bodyPr>
          <a:lstStyle/>
          <a:p>
            <a:pPr algn="ctr"/>
            <a:r>
              <a:rPr lang="fr-CH" dirty="0"/>
              <a:t>Modifications apportées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81C924-11C8-063D-B858-ED62D67809E4}"/>
              </a:ext>
            </a:extLst>
          </p:cNvPr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3958234" y="598758"/>
            <a:ext cx="6092633" cy="39798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CH" b="1" u="sng" dirty="0">
                <a:ea typeface="Calibri"/>
                <a:cs typeface="Calibri"/>
              </a:rPr>
              <a:t>Appareillage : </a:t>
            </a:r>
            <a:r>
              <a:rPr lang="fr-CH" b="1" u="sng" dirty="0" err="1">
                <a:ea typeface="Calibri"/>
                <a:cs typeface="Calibri"/>
              </a:rPr>
              <a:t>Demo</a:t>
            </a:r>
            <a:endParaRPr lang="fr-CH" b="1" u="sng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fr-CH" b="1" u="sng" dirty="0">
                <a:ea typeface="Calibri"/>
                <a:cs typeface="Calibri"/>
              </a:rPr>
              <a:t> </a:t>
            </a:r>
          </a:p>
          <a:p>
            <a:pPr marL="0" indent="0">
              <a:buNone/>
            </a:pPr>
            <a:endParaRPr lang="fr-CH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fr-CH" dirty="0"/>
              <a:t> 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8A68A16F-4438-69F1-7A45-382C3A2371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838200" y="1314057"/>
            <a:ext cx="6092633" cy="397982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CH" b="1" u="sng" dirty="0">
                <a:ea typeface="Calibri"/>
                <a:cs typeface="Calibri"/>
              </a:rPr>
              <a:t>Fonctionnalités OK:</a:t>
            </a:r>
          </a:p>
          <a:p>
            <a:r>
              <a:rPr lang="fr-CH" dirty="0">
                <a:ea typeface="Calibri"/>
                <a:cs typeface="Calibri"/>
              </a:rPr>
              <a:t> </a:t>
            </a:r>
            <a:r>
              <a:rPr lang="fr-FR" dirty="0">
                <a:ea typeface="Calibri"/>
                <a:cs typeface="Calibri"/>
              </a:rPr>
              <a:t>Appairage manuel au démarrage</a:t>
            </a:r>
          </a:p>
          <a:p>
            <a:r>
              <a:rPr lang="fr-FR" dirty="0">
                <a:ea typeface="Calibri"/>
                <a:cs typeface="Calibri"/>
              </a:rPr>
              <a:t>Sauvegarde ID en NVM</a:t>
            </a:r>
          </a:p>
          <a:p>
            <a:r>
              <a:rPr lang="fr-FR" dirty="0">
                <a:ea typeface="Calibri"/>
                <a:cs typeface="Calibri"/>
              </a:rPr>
              <a:t>Filtrage des trames reçues</a:t>
            </a:r>
          </a:p>
          <a:p>
            <a:r>
              <a:rPr lang="fr-FR" dirty="0">
                <a:ea typeface="Calibri"/>
                <a:cs typeface="Calibri"/>
              </a:rPr>
              <a:t>Réinitialisation par bouton</a:t>
            </a:r>
          </a:p>
          <a:p>
            <a:r>
              <a:rPr lang="fr-FR" dirty="0">
                <a:ea typeface="Calibri"/>
                <a:cs typeface="Calibri"/>
              </a:rPr>
              <a:t>Intégration ID et filtrage</a:t>
            </a:r>
            <a:endParaRPr lang="fr-CH" dirty="0">
              <a:ea typeface="Calibri"/>
              <a:cs typeface="Calibri"/>
            </a:endParaRPr>
          </a:p>
          <a:p>
            <a:endParaRPr lang="fr-CH" b="1" u="sng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fr-CH" b="1" u="sng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CH" b="1" u="sng" dirty="0">
                <a:ea typeface="Calibri"/>
                <a:cs typeface="Calibri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CH" dirty="0">
              <a:ea typeface="Calibri" panose="020F0502020204030204"/>
              <a:cs typeface="Calibri" panose="020F0502020204030204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CH" dirty="0"/>
              <a:t> 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4209B5FC-BF58-A03F-9188-F5DC12165729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5727109" y="1314057"/>
            <a:ext cx="6092633" cy="397982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CH" b="1" u="sng" dirty="0">
                <a:ea typeface="Calibri"/>
                <a:cs typeface="Calibri"/>
              </a:rPr>
              <a:t>Fonctionnalités NOK:</a:t>
            </a:r>
          </a:p>
          <a:p>
            <a:r>
              <a:rPr lang="fr-CH" dirty="0">
                <a:ea typeface="Calibri"/>
                <a:cs typeface="Calibri"/>
              </a:rPr>
              <a:t> </a:t>
            </a:r>
            <a:r>
              <a:rPr lang="fr-FR" dirty="0">
                <a:ea typeface="Calibri"/>
                <a:cs typeface="Calibri"/>
              </a:rPr>
              <a:t>Perte d’ID après redémarrage (</a:t>
            </a:r>
            <a:r>
              <a:rPr lang="fr-FR" dirty="0" err="1">
                <a:ea typeface="Calibri"/>
                <a:cs typeface="Calibri"/>
              </a:rPr>
              <a:t>Door</a:t>
            </a:r>
            <a:r>
              <a:rPr lang="fr-FR" dirty="0">
                <a:ea typeface="Calibri"/>
                <a:cs typeface="Calibri"/>
              </a:rPr>
              <a:t>)</a:t>
            </a:r>
          </a:p>
          <a:p>
            <a:r>
              <a:rPr lang="fr-FR" dirty="0">
                <a:ea typeface="Calibri"/>
                <a:cs typeface="Calibri"/>
              </a:rPr>
              <a:t>Reset instable (Bell)</a:t>
            </a:r>
          </a:p>
          <a:p>
            <a:r>
              <a:rPr lang="fr-FR" dirty="0">
                <a:ea typeface="Calibri"/>
                <a:cs typeface="Calibri"/>
              </a:rPr>
              <a:t>Procédure appairage instable</a:t>
            </a:r>
          </a:p>
          <a:p>
            <a:r>
              <a:rPr lang="fr-FR" dirty="0">
                <a:ea typeface="Calibri"/>
                <a:cs typeface="Calibri"/>
              </a:rPr>
              <a:t>Priorité Bell/</a:t>
            </a:r>
            <a:r>
              <a:rPr lang="fr-FR" dirty="0" err="1">
                <a:ea typeface="Calibri"/>
                <a:cs typeface="Calibri"/>
              </a:rPr>
              <a:t>Door</a:t>
            </a:r>
            <a:endParaRPr lang="fr-FR" dirty="0">
              <a:ea typeface="Calibri"/>
              <a:cs typeface="Calibri"/>
            </a:endParaRPr>
          </a:p>
          <a:p>
            <a:r>
              <a:rPr lang="fr-FR" dirty="0">
                <a:ea typeface="Calibri"/>
                <a:cs typeface="Calibri"/>
              </a:rPr>
              <a:t>Pas d’appareillage automatique</a:t>
            </a:r>
          </a:p>
          <a:p>
            <a:r>
              <a:rPr lang="fr-FR" dirty="0">
                <a:ea typeface="Calibri"/>
                <a:cs typeface="Calibri"/>
              </a:rPr>
              <a:t>Feedback sonore peu clair</a:t>
            </a:r>
            <a:endParaRPr lang="fr-CH" b="1" u="sng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fr-CH" b="1" u="sng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CH" b="1" u="sng" dirty="0">
                <a:ea typeface="Calibri"/>
                <a:cs typeface="Calibri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CH" dirty="0">
              <a:ea typeface="Calibri" panose="020F0502020204030204"/>
              <a:cs typeface="Calibri" panose="020F0502020204030204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CH" dirty="0"/>
              <a:t> </a:t>
            </a:r>
          </a:p>
        </p:txBody>
      </p:sp>
      <p:pic>
        <p:nvPicPr>
          <p:cNvPr id="15" name="Image 14" descr="Une image contenant capture d’écran, cercle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32E5D0A8-9B56-BD34-C8B4-E4DD608FE5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862" y="3958271"/>
            <a:ext cx="2300971" cy="230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582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6EB02-F655-B37B-612E-69FABBDA5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2D9003-4251-AD96-5FA8-923FE6627A6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dirty="0"/>
              <a:t>15.06.2025</a:t>
            </a:r>
            <a:endParaRPr lang="fr-CH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1B93E6-FAE5-02BF-6ECD-9A8C5074501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130046-4B86-80D3-5580-AFDD188345E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2363DBD-56C3-4A6D-983E-643BADADBE00}" type="slidenum">
              <a:rPr lang="fr-CH" smtClean="0"/>
              <a:t>7</a:t>
            </a:fld>
            <a:endParaRPr lang="fr-CH" dirty="0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E290F438-A35F-D287-0939-2C07E8A593B6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591051" y="7335"/>
            <a:ext cx="6655904" cy="763059"/>
          </a:xfrm>
        </p:spPr>
        <p:txBody>
          <a:bodyPr>
            <a:normAutofit/>
          </a:bodyPr>
          <a:lstStyle/>
          <a:p>
            <a:pPr algn="ctr"/>
            <a:r>
              <a:rPr lang="fr-CH" dirty="0"/>
              <a:t>Modifications apportées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7D19D4-C95E-B1EB-5B90-395EE042C159}"/>
              </a:ext>
            </a:extLst>
          </p:cNvPr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4408763" y="651027"/>
            <a:ext cx="6092633" cy="39798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CH" b="1" u="sng" dirty="0">
                <a:ea typeface="Calibri"/>
                <a:cs typeface="Calibri"/>
              </a:rPr>
              <a:t>Documentation</a:t>
            </a:r>
          </a:p>
          <a:p>
            <a:pPr marL="0" indent="0">
              <a:buNone/>
            </a:pPr>
            <a:r>
              <a:rPr lang="fr-CH" b="1" u="sng" dirty="0">
                <a:ea typeface="Calibri"/>
                <a:cs typeface="Calibri"/>
              </a:rPr>
              <a:t> </a:t>
            </a:r>
          </a:p>
          <a:p>
            <a:pPr marL="0" indent="0">
              <a:buNone/>
            </a:pPr>
            <a:endParaRPr lang="fr-CH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fr-CH" dirty="0"/>
              <a:t> 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55DFA319-B92A-B679-8566-AADAE1D2178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799176" y="1162522"/>
            <a:ext cx="6655904" cy="39798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CH" b="1" u="sng" dirty="0">
                <a:ea typeface="Calibri"/>
                <a:cs typeface="Calibri"/>
              </a:rPr>
              <a:t>Améliorations apportées :</a:t>
            </a:r>
          </a:p>
          <a:p>
            <a:r>
              <a:rPr lang="fr-CH" sz="1800" dirty="0">
                <a:ea typeface="Calibri"/>
                <a:cs typeface="Calibri"/>
              </a:rPr>
              <a:t>Passage de fonctions de management dans fichier supplémentaire</a:t>
            </a:r>
          </a:p>
          <a:p>
            <a:r>
              <a:rPr lang="fr-CH" sz="1800" dirty="0">
                <a:ea typeface="Calibri"/>
                <a:cs typeface="Calibri"/>
              </a:rPr>
              <a:t>Utilisation de </a:t>
            </a:r>
            <a:r>
              <a:rPr lang="fr-CH" sz="1800" dirty="0" err="1">
                <a:ea typeface="Calibri"/>
                <a:cs typeface="Calibri"/>
              </a:rPr>
              <a:t>Doxgen</a:t>
            </a:r>
            <a:r>
              <a:rPr lang="fr-CH" sz="1800" dirty="0">
                <a:ea typeface="Calibri"/>
                <a:cs typeface="Calibri"/>
              </a:rPr>
              <a:t> </a:t>
            </a:r>
          </a:p>
          <a:p>
            <a:r>
              <a:rPr lang="fr-CH" sz="1800" dirty="0">
                <a:ea typeface="Calibri"/>
                <a:cs typeface="Calibri"/>
              </a:rPr>
              <a:t>Amélioration des commentaires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CH" b="1" u="sng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CH" b="1" u="sng" dirty="0">
                <a:ea typeface="Calibri"/>
                <a:cs typeface="Calibri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CH" dirty="0">
              <a:ea typeface="Calibri" panose="020F0502020204030204"/>
              <a:cs typeface="Calibri" panose="020F0502020204030204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CH" dirty="0"/>
              <a:t>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6C4CB51-4F38-CDDE-0B40-0141094C84AF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848327" y="2024406"/>
            <a:ext cx="4733013" cy="438640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FE9D008-AD90-1CE9-7F51-A1F674656625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38200" y="3179130"/>
            <a:ext cx="4939833" cy="321722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234A9D9A-3FD1-A656-6B07-737958FAD85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128978" y="6396355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dirty="0"/>
              <a:t>https://1730portierwireless.neocities.org/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55E63BA2-F9C3-86FF-D59B-3FFA950017E6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3232087" y="2227152"/>
            <a:ext cx="35951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4FCE7ED6-A36B-7222-3BFF-F52623FB0A34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>
          <a:xfrm>
            <a:off x="2743200" y="2706986"/>
            <a:ext cx="0" cy="4454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0" name="Image 19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EB076EF6-9F96-539B-C8E3-3DFAFBF67D1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164" y="854046"/>
            <a:ext cx="1034147" cy="103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85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1EB73-E4D7-2711-8F70-AFC330411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DD769C-11E1-5E9A-D278-F5EDF3DD558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dirty="0"/>
              <a:t>15.06.2025</a:t>
            </a:r>
            <a:endParaRPr lang="fr-CH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A699AE-9B2A-D748-88FD-A16D8B865B4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377AB3-76C2-6752-988B-BEEE0DB19DC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2363DBD-56C3-4A6D-983E-643BADADBE00}" type="slidenum">
              <a:rPr lang="fr-CH" smtClean="0"/>
              <a:t>8</a:t>
            </a:fld>
            <a:endParaRPr lang="fr-CH" dirty="0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253B0B17-8A42-2DC5-FF49-84B731B8591B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591051" y="7335"/>
            <a:ext cx="6655904" cy="763059"/>
          </a:xfrm>
        </p:spPr>
        <p:txBody>
          <a:bodyPr>
            <a:normAutofit/>
          </a:bodyPr>
          <a:lstStyle/>
          <a:p>
            <a:pPr algn="ctr"/>
            <a:r>
              <a:rPr lang="fr-CH" dirty="0"/>
              <a:t>Modifications apportées</a:t>
            </a:r>
            <a:endParaRPr lang="fr-FR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056070A9-044B-E34A-ABA1-E7AC8DF18E44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1065092" y="872811"/>
            <a:ext cx="10224577" cy="397982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CH" sz="6200" b="1" u="sng" dirty="0">
                <a:ea typeface="Calibri"/>
                <a:cs typeface="Calibri"/>
              </a:rPr>
              <a:t>Difficulté :</a:t>
            </a:r>
          </a:p>
          <a:p>
            <a:r>
              <a:rPr lang="fr-FR" sz="5600" dirty="0">
                <a:ea typeface="Calibri"/>
                <a:cs typeface="Calibri"/>
              </a:rPr>
              <a:t>Instabilité du débogueur : 8 redémarrages de MPLAB en une matinée </a:t>
            </a:r>
          </a:p>
          <a:p>
            <a:pPr marL="457200" lvl="1" indent="0">
              <a:buNone/>
            </a:pPr>
            <a:r>
              <a:rPr lang="fr-FR" sz="4800" dirty="0">
                <a:ea typeface="Calibri"/>
                <a:cs typeface="Calibri"/>
              </a:rPr>
              <a:t>→ migration vers MPLAB v6.15.</a:t>
            </a:r>
          </a:p>
          <a:p>
            <a:r>
              <a:rPr lang="fr-FR" sz="5600" dirty="0">
                <a:ea typeface="Calibri"/>
                <a:cs typeface="Calibri"/>
              </a:rPr>
              <a:t>Difficulté de compréhension des modifications de Diogo Ferreira </a:t>
            </a:r>
          </a:p>
          <a:p>
            <a:pPr marL="457200" lvl="1" indent="0">
              <a:buNone/>
            </a:pPr>
            <a:r>
              <a:rPr lang="fr-FR" sz="4800" dirty="0">
                <a:ea typeface="Calibri"/>
                <a:cs typeface="Calibri"/>
              </a:rPr>
              <a:t>→ usage de </a:t>
            </a:r>
            <a:r>
              <a:rPr lang="fr-FR" sz="4800" dirty="0" err="1">
                <a:ea typeface="Calibri"/>
                <a:cs typeface="Calibri"/>
              </a:rPr>
              <a:t>Doxygen</a:t>
            </a:r>
            <a:r>
              <a:rPr lang="fr-FR" sz="4800" dirty="0">
                <a:ea typeface="Calibri"/>
                <a:cs typeface="Calibri"/>
              </a:rPr>
              <a:t> + diagrammes </a:t>
            </a:r>
            <a:r>
              <a:rPr lang="fr-FR" sz="4800" dirty="0" err="1">
                <a:ea typeface="Calibri"/>
                <a:cs typeface="Calibri"/>
              </a:rPr>
              <a:t>Mermaid</a:t>
            </a:r>
            <a:r>
              <a:rPr lang="fr-FR" sz="4800" dirty="0">
                <a:ea typeface="Calibri"/>
                <a:cs typeface="Calibri"/>
              </a:rPr>
              <a:t> pour améliorer la lisibilité.</a:t>
            </a:r>
          </a:p>
          <a:p>
            <a:r>
              <a:rPr lang="fr-FR" sz="5600" dirty="0">
                <a:ea typeface="Calibri"/>
                <a:cs typeface="Calibri"/>
              </a:rPr>
              <a:t>Code DFA non fonctionnel sur carte </a:t>
            </a:r>
          </a:p>
          <a:p>
            <a:pPr marL="457200" lvl="1" indent="0">
              <a:buNone/>
            </a:pPr>
            <a:r>
              <a:rPr lang="fr-FR" sz="4800" dirty="0">
                <a:ea typeface="Calibri"/>
                <a:cs typeface="Calibri"/>
              </a:rPr>
              <a:t>→ remplacement par le code stable SCA.</a:t>
            </a:r>
          </a:p>
          <a:p>
            <a:r>
              <a:rPr lang="fr-FR" sz="5600" dirty="0">
                <a:ea typeface="Calibri"/>
                <a:cs typeface="Calibri"/>
              </a:rPr>
              <a:t>Mise en place complexe de la sauvegarde NVM </a:t>
            </a:r>
          </a:p>
          <a:p>
            <a:pPr marL="457200" lvl="1" indent="0">
              <a:buNone/>
            </a:pPr>
            <a:r>
              <a:rPr lang="fr-FR" sz="4800" dirty="0">
                <a:ea typeface="Calibri"/>
                <a:cs typeface="Calibri"/>
              </a:rPr>
              <a:t>→ réflexion sur l’ajout d’une EEPROM externe.</a:t>
            </a:r>
          </a:p>
          <a:p>
            <a:r>
              <a:rPr lang="fr-FR" sz="5600" dirty="0">
                <a:ea typeface="Calibri"/>
                <a:cs typeface="Calibri"/>
              </a:rPr>
              <a:t>Le système DOOR doit s’éteindre pour exécuter sa séquence logique, ce qui interrompt le débogage </a:t>
            </a:r>
          </a:p>
          <a:p>
            <a:pPr marL="457200" lvl="1" indent="0">
              <a:buNone/>
            </a:pPr>
            <a:r>
              <a:rPr lang="fr-FR" sz="4800" dirty="0">
                <a:ea typeface="Calibri"/>
                <a:cs typeface="Calibri"/>
              </a:rPr>
              <a:t>→ réflexion sur une modification hardware ou logicielle pour contourner ce blocage.</a:t>
            </a:r>
            <a:r>
              <a:rPr lang="fr-CH" sz="4800" dirty="0">
                <a:ea typeface="Calibri"/>
                <a:cs typeface="Calibri"/>
              </a:rPr>
              <a:t>?</a:t>
            </a:r>
          </a:p>
          <a:p>
            <a:endParaRPr lang="fr-CH" b="1" u="sng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CH" b="1" u="sng" dirty="0">
                <a:ea typeface="Calibri"/>
                <a:cs typeface="Calibri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CH" dirty="0">
              <a:ea typeface="Calibri" panose="020F0502020204030204"/>
              <a:cs typeface="Calibri" panose="020F0502020204030204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CH" dirty="0"/>
              <a:t> </a:t>
            </a:r>
          </a:p>
        </p:txBody>
      </p:sp>
      <p:pic>
        <p:nvPicPr>
          <p:cNvPr id="14" name="Image 13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E4730013-8E7D-3D55-56B6-E0BA0A3C26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740" y="4069125"/>
            <a:ext cx="2308525" cy="230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7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3AB1B-692E-DA99-7F8F-1627BB9A7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738F1A-7A3B-573B-5005-A780C672C68B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dirty="0"/>
              <a:t>15.06.2025</a:t>
            </a:r>
            <a:endParaRPr lang="fr-CH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E31613-2C88-C757-6A3A-A35D80181766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C33955-7E95-7BBD-FBB5-748EC30E9CD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2363DBD-56C3-4A6D-983E-643BADADBE00}" type="slidenum">
              <a:rPr lang="fr-CH" smtClean="0"/>
              <a:t>9</a:t>
            </a:fld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CDBF3C-992C-A63B-815A-5155E77F2203}"/>
              </a:ext>
            </a:extLst>
          </p:cNvPr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1564740" y="1394821"/>
            <a:ext cx="9062519" cy="897116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0" indent="0" algn="ctr">
              <a:buNone/>
            </a:pPr>
            <a:r>
              <a:rPr lang="fr-CH" sz="21600" b="1" u="sng" dirty="0">
                <a:ea typeface="Calibri"/>
                <a:cs typeface="Calibri"/>
              </a:rPr>
              <a:t>Merci pour votre attention</a:t>
            </a:r>
          </a:p>
          <a:p>
            <a:pPr marL="0" indent="0">
              <a:buNone/>
            </a:pPr>
            <a:r>
              <a:rPr lang="fr-CH" b="1" u="sng" dirty="0">
                <a:ea typeface="Calibri"/>
                <a:cs typeface="Calibri"/>
              </a:rPr>
              <a:t> </a:t>
            </a:r>
          </a:p>
          <a:p>
            <a:pPr marL="0" indent="0">
              <a:buNone/>
            </a:pPr>
            <a:endParaRPr lang="fr-CH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fr-CH" dirty="0"/>
              <a:t> 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5C56B321-4918-0CDA-9F71-2B1505EED030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799176" y="1162522"/>
            <a:ext cx="6655904" cy="39798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fr-CH" b="1" u="sng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CH" b="1" u="sng" dirty="0">
                <a:ea typeface="Calibri"/>
                <a:cs typeface="Calibri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CH" dirty="0">
              <a:ea typeface="Calibri" panose="020F0502020204030204"/>
              <a:cs typeface="Calibri" panose="020F0502020204030204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CH" dirty="0"/>
              <a:t> </a:t>
            </a:r>
          </a:p>
        </p:txBody>
      </p:sp>
      <p:pic>
        <p:nvPicPr>
          <p:cNvPr id="8" name="Image 7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FCB9147B-ED78-7614-4BFB-FEBE9E6100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203" y="3078525"/>
            <a:ext cx="2739877" cy="273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029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E65BC-E32A-EF90-180C-04AF3A126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7B1189-0308-5064-5628-5348730C38E3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dirty="0"/>
              <a:t>15.06.2025</a:t>
            </a:r>
            <a:endParaRPr lang="fr-CH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60F7CC-F204-3111-1CD6-BFB1E127A6A6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Léo Mendes</a:t>
            </a:r>
            <a:endParaRPr lang="fr-CH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473022-10B6-B5FE-10BC-128187EE400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2363DBD-56C3-4A6D-983E-643BADADBE00}" type="slidenum">
              <a:rPr lang="fr-CH" smtClean="0"/>
              <a:t>10</a:t>
            </a:fld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8AC720-D679-95DF-FD7B-6A21BFD6867B}"/>
              </a:ext>
            </a:extLst>
          </p:cNvPr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4082817" y="1162522"/>
            <a:ext cx="4026366" cy="897116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0" indent="0" algn="ctr">
              <a:buNone/>
            </a:pPr>
            <a:r>
              <a:rPr lang="fr-CH" sz="21600" b="1" u="sng" dirty="0">
                <a:ea typeface="Calibri"/>
                <a:cs typeface="Calibri"/>
              </a:rPr>
              <a:t>Questions</a:t>
            </a:r>
          </a:p>
          <a:p>
            <a:pPr marL="0" indent="0">
              <a:buNone/>
            </a:pPr>
            <a:r>
              <a:rPr lang="fr-CH" b="1" u="sng" dirty="0">
                <a:ea typeface="Calibri"/>
                <a:cs typeface="Calibri"/>
              </a:rPr>
              <a:t> </a:t>
            </a:r>
          </a:p>
          <a:p>
            <a:pPr marL="0" indent="0">
              <a:buNone/>
            </a:pPr>
            <a:endParaRPr lang="fr-CH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fr-CH" dirty="0"/>
              <a:t> 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876B6DB6-C9A0-C195-1EEC-BAA6A8A99827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799176" y="1162522"/>
            <a:ext cx="6655904" cy="39798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fr-CH" b="1" u="sng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CH" b="1" u="sng" dirty="0">
                <a:ea typeface="Calibri"/>
                <a:cs typeface="Calibri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CH" dirty="0">
              <a:ea typeface="Calibri" panose="020F0502020204030204"/>
              <a:cs typeface="Calibri" panose="020F0502020204030204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CH" dirty="0"/>
              <a:t> </a:t>
            </a:r>
          </a:p>
        </p:txBody>
      </p:sp>
      <p:pic>
        <p:nvPicPr>
          <p:cNvPr id="10" name="Image 9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25749E8E-E9EF-41D7-2619-2CB3499E24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728" y="2341531"/>
            <a:ext cx="3476872" cy="347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141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mbre extrême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0d3259-a7ce-4623-88ec-81594dfcbc1c" xsi:nil="true"/>
    <lcf76f155ced4ddcb4097134ff3c332f xmlns="99ffe1f3-7857-457f-add0-5bdef636f38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F20F00DBE2EE49BE9523363A2DF18B" ma:contentTypeVersion="15" ma:contentTypeDescription="Crée un document." ma:contentTypeScope="" ma:versionID="508407daaf082c5381f5a7b4d9841321">
  <xsd:schema xmlns:xsd="http://www.w3.org/2001/XMLSchema" xmlns:xs="http://www.w3.org/2001/XMLSchema" xmlns:p="http://schemas.microsoft.com/office/2006/metadata/properties" xmlns:ns2="99ffe1f3-7857-457f-add0-5bdef636f38d" xmlns:ns3="be0d3259-a7ce-4623-88ec-81594dfcbc1c" targetNamespace="http://schemas.microsoft.com/office/2006/metadata/properties" ma:root="true" ma:fieldsID="d41ad40f3ea4d0f4b8e18c6becc727c2" ns2:_="" ns3:_="">
    <xsd:import namespace="99ffe1f3-7857-457f-add0-5bdef636f38d"/>
    <xsd:import namespace="be0d3259-a7ce-4623-88ec-81594dfcbc1c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ffe1f3-7857-457f-add0-5bdef636f38d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Balises d’images" ma:readOnly="false" ma:fieldId="{5cf76f15-5ced-4ddc-b409-7134ff3c332f}" ma:taxonomyMulti="true" ma:sspId="5cfe7824-1d92-4d19-9a43-1c93e0eb4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0d3259-a7ce-4623-88ec-81594dfcbc1c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be416f61-061f-499a-bbf9-5ecbd77a7247}" ma:internalName="TaxCatchAll" ma:showField="CatchAllData" ma:web="be0d3259-a7ce-4623-88ec-81594dfcbc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F8BFFD-567D-4F45-A592-992D7C39384E}">
  <ds:schemaRefs>
    <ds:schemaRef ds:uri="http://purl.org/dc/terms/"/>
    <ds:schemaRef ds:uri="http://schemas.microsoft.com/office/2006/metadata/properties"/>
    <ds:schemaRef ds:uri="99ffe1f3-7857-457f-add0-5bdef636f38d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be0d3259-a7ce-4623-88ec-81594dfcbc1c"/>
    <ds:schemaRef ds:uri="http://purl.org/dc/elements/1.1/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41F808F-BA38-45A7-9EC0-BAF886298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40BC13-5874-4E5A-A657-A81FBB1138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ffe1f3-7857-457f-add0-5bdef636f38d"/>
    <ds:schemaRef ds:uri="be0d3259-a7ce-4623-88ec-81594dfcbc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1262</TotalTime>
  <Words>454</Words>
  <Application>Microsoft Office PowerPoint</Application>
  <PresentationFormat>Grand écran</PresentationFormat>
  <Paragraphs>152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Thème Office</vt:lpstr>
      <vt:lpstr>1730 Portier Wireless</vt:lpstr>
      <vt:lpstr>Description du projet</vt:lpstr>
      <vt:lpstr>Modifications apportées</vt:lpstr>
      <vt:lpstr>Modifications apportées</vt:lpstr>
      <vt:lpstr>Modifications apportées</vt:lpstr>
      <vt:lpstr>Modifications apportées</vt:lpstr>
      <vt:lpstr>Modifications apportées</vt:lpstr>
      <vt:lpstr>Modifications apportées</vt:lpstr>
      <vt:lpstr>Présentation PowerPoint</vt:lpstr>
      <vt:lpstr>Présentation PowerPoint</vt:lpstr>
    </vt:vector>
  </TitlesOfParts>
  <Company>DGEP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de stage</dc:title>
  <dc:creator>Léo Mendes</dc:creator>
  <cp:lastModifiedBy>léo mendes</cp:lastModifiedBy>
  <cp:revision>294</cp:revision>
  <dcterms:created xsi:type="dcterms:W3CDTF">2023-03-15T10:04:21Z</dcterms:created>
  <dcterms:modified xsi:type="dcterms:W3CDTF">2025-06-15T19:29:03Z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0x010100D4F20F00DBE2EE49BE9523363A2DF18B</vt:lpwstr>
  </property>
</Properties>
</file>